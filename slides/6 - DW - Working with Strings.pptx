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30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4"/>
  </p:sldMasterIdLst>
  <p:notesMasterIdLst>
    <p:notesMasterId r:id="rId44"/>
  </p:notesMasterIdLst>
  <p:handoutMasterIdLst>
    <p:handoutMasterId r:id="rId45"/>
  </p:handoutMasterIdLst>
  <p:sldIdLst>
    <p:sldId id="736" r:id="rId5"/>
    <p:sldId id="732" r:id="rId6"/>
    <p:sldId id="722" r:id="rId7"/>
    <p:sldId id="547" r:id="rId8"/>
    <p:sldId id="544" r:id="rId9"/>
    <p:sldId id="542" r:id="rId10"/>
    <p:sldId id="540" r:id="rId11"/>
    <p:sldId id="543" r:id="rId12"/>
    <p:sldId id="551" r:id="rId13"/>
    <p:sldId id="550" r:id="rId14"/>
    <p:sldId id="549" r:id="rId15"/>
    <p:sldId id="552" r:id="rId16"/>
    <p:sldId id="556" r:id="rId17"/>
    <p:sldId id="559" r:id="rId18"/>
    <p:sldId id="558" r:id="rId19"/>
    <p:sldId id="560" r:id="rId20"/>
    <p:sldId id="562" r:id="rId21"/>
    <p:sldId id="579" r:id="rId22"/>
    <p:sldId id="580" r:id="rId23"/>
    <p:sldId id="618" r:id="rId24"/>
    <p:sldId id="733" r:id="rId25"/>
    <p:sldId id="755" r:id="rId26"/>
    <p:sldId id="756" r:id="rId27"/>
    <p:sldId id="577" r:id="rId28"/>
    <p:sldId id="563" r:id="rId29"/>
    <p:sldId id="565" r:id="rId30"/>
    <p:sldId id="724" r:id="rId31"/>
    <p:sldId id="566" r:id="rId32"/>
    <p:sldId id="725" r:id="rId33"/>
    <p:sldId id="571" r:id="rId34"/>
    <p:sldId id="570" r:id="rId35"/>
    <p:sldId id="726" r:id="rId36"/>
    <p:sldId id="727" r:id="rId37"/>
    <p:sldId id="728" r:id="rId38"/>
    <p:sldId id="729" r:id="rId39"/>
    <p:sldId id="730" r:id="rId40"/>
    <p:sldId id="737" r:id="rId41"/>
    <p:sldId id="748" r:id="rId42"/>
    <p:sldId id="749" r:id="rId43"/>
  </p:sldIdLst>
  <p:sldSz cx="24384000" cy="13716000"/>
  <p:notesSz cx="7023100" cy="93091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1pPr>
    <a:lvl2pPr marL="0" marR="0" indent="34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2pPr>
    <a:lvl3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3pPr>
    <a:lvl4pPr marL="0" marR="0" indent="1028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4pPr>
    <a:lvl5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5pPr>
    <a:lvl6pPr marL="0" marR="0" indent="1714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6pPr>
    <a:lvl7pPr marL="0" marR="0" indent="2057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7pPr>
    <a:lvl8pPr marL="0" marR="0" indent="2400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8pPr>
    <a:lvl9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258"/>
    <a:srgbClr val="1145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D51ADE6A-740E-44AE-83CC-AE7238B6C88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760" autoAdjust="0"/>
    <p:restoredTop sz="93817" autoAdjust="0"/>
  </p:normalViewPr>
  <p:slideViewPr>
    <p:cSldViewPr snapToGrid="0">
      <p:cViewPr varScale="1">
        <p:scale>
          <a:sx n="41" d="100"/>
          <a:sy n="41" d="100"/>
        </p:scale>
        <p:origin x="77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Posner" userId="e401e998-08f8-4c5f-9c96-07aa887ae3c8" providerId="ADAL" clId="{1668062A-30FA-4E83-B10D-ED025BB87B4A}"/>
    <pc:docChg chg="custSel delSld modSld">
      <pc:chgData name="Michael Posner" userId="e401e998-08f8-4c5f-9c96-07aa887ae3c8" providerId="ADAL" clId="{1668062A-30FA-4E83-B10D-ED025BB87B4A}" dt="2021-04-21T17:10:47.056" v="48" actId="20577"/>
      <pc:docMkLst>
        <pc:docMk/>
      </pc:docMkLst>
      <pc:sldChg chg="modSp mod">
        <pc:chgData name="Michael Posner" userId="e401e998-08f8-4c5f-9c96-07aa887ae3c8" providerId="ADAL" clId="{1668062A-30FA-4E83-B10D-ED025BB87B4A}" dt="2021-04-20T20:19:19.350" v="44" actId="14"/>
        <pc:sldMkLst>
          <pc:docMk/>
          <pc:sldMk cId="4015161727" sldId="732"/>
        </pc:sldMkLst>
        <pc:spChg chg="mod">
          <ac:chgData name="Michael Posner" userId="e401e998-08f8-4c5f-9c96-07aa887ae3c8" providerId="ADAL" clId="{1668062A-30FA-4E83-B10D-ED025BB87B4A}" dt="2021-04-20T20:19:19.350" v="44" actId="14"/>
          <ac:spMkLst>
            <pc:docMk/>
            <pc:sldMk cId="4015161727" sldId="732"/>
            <ac:spMk id="3" creationId="{00000000-0000-0000-0000-000000000000}"/>
          </ac:spMkLst>
        </pc:spChg>
      </pc:sldChg>
      <pc:sldChg chg="modSp mod">
        <pc:chgData name="Michael Posner" userId="e401e998-08f8-4c5f-9c96-07aa887ae3c8" providerId="ADAL" clId="{1668062A-30FA-4E83-B10D-ED025BB87B4A}" dt="2021-04-21T17:10:47.056" v="48" actId="20577"/>
        <pc:sldMkLst>
          <pc:docMk/>
          <pc:sldMk cId="2189808418" sldId="736"/>
        </pc:sldMkLst>
        <pc:spChg chg="mod">
          <ac:chgData name="Michael Posner" userId="e401e998-08f8-4c5f-9c96-07aa887ae3c8" providerId="ADAL" clId="{1668062A-30FA-4E83-B10D-ED025BB87B4A}" dt="2021-04-21T17:10:47.056" v="48" actId="20577"/>
          <ac:spMkLst>
            <pc:docMk/>
            <pc:sldMk cId="2189808418" sldId="736"/>
            <ac:spMk id="4" creationId="{00000000-0000-0000-0000-000000000000}"/>
          </ac:spMkLst>
        </pc:spChg>
        <pc:spChg chg="mod">
          <ac:chgData name="Michael Posner" userId="e401e998-08f8-4c5f-9c96-07aa887ae3c8" providerId="ADAL" clId="{1668062A-30FA-4E83-B10D-ED025BB87B4A}" dt="2021-04-20T20:10:57.969" v="35" actId="20577"/>
          <ac:spMkLst>
            <pc:docMk/>
            <pc:sldMk cId="2189808418" sldId="736"/>
            <ac:spMk id="5" creationId="{00000000-0000-0000-0000-000000000000}"/>
          </ac:spMkLst>
        </pc:spChg>
      </pc:sldChg>
      <pc:sldChg chg="del">
        <pc:chgData name="Michael Posner" userId="e401e998-08f8-4c5f-9c96-07aa887ae3c8" providerId="ADAL" clId="{1668062A-30FA-4E83-B10D-ED025BB87B4A}" dt="2021-04-20T20:25:00.918" v="45" actId="47"/>
        <pc:sldMkLst>
          <pc:docMk/>
          <pc:sldMk cId="3279424059" sldId="737"/>
        </pc:sldMkLst>
      </pc:sldChg>
    </pc:docChg>
  </pc:docChgLst>
  <pc:docChgLst>
    <pc:chgData name="Michael Posner" userId="e401e998-08f8-4c5f-9c96-07aa887ae3c8" providerId="ADAL" clId="{962ED55A-499F-4206-928A-9CE4E296EB2A}"/>
    <pc:docChg chg="custSel addSld delSld modSld sldOrd">
      <pc:chgData name="Michael Posner" userId="e401e998-08f8-4c5f-9c96-07aa887ae3c8" providerId="ADAL" clId="{962ED55A-499F-4206-928A-9CE4E296EB2A}" dt="2020-04-01T19:38:34.898" v="982"/>
      <pc:docMkLst>
        <pc:docMk/>
      </pc:docMkLst>
      <pc:sldChg chg="modNotesTx">
        <pc:chgData name="Michael Posner" userId="e401e998-08f8-4c5f-9c96-07aa887ae3c8" providerId="ADAL" clId="{962ED55A-499F-4206-928A-9CE4E296EB2A}" dt="2020-03-25T20:16:00.990" v="255" actId="20577"/>
        <pc:sldMkLst>
          <pc:docMk/>
          <pc:sldMk cId="1899723860" sldId="540"/>
        </pc:sldMkLst>
      </pc:sldChg>
      <pc:sldChg chg="modSp">
        <pc:chgData name="Michael Posner" userId="e401e998-08f8-4c5f-9c96-07aa887ae3c8" providerId="ADAL" clId="{962ED55A-499F-4206-928A-9CE4E296EB2A}" dt="2020-03-30T19:06:00.201" v="257" actId="20577"/>
        <pc:sldMkLst>
          <pc:docMk/>
          <pc:sldMk cId="65694548" sldId="547"/>
        </pc:sldMkLst>
        <pc:spChg chg="mod">
          <ac:chgData name="Michael Posner" userId="e401e998-08f8-4c5f-9c96-07aa887ae3c8" providerId="ADAL" clId="{962ED55A-499F-4206-928A-9CE4E296EB2A}" dt="2020-03-30T19:06:00.201" v="257" actId="20577"/>
          <ac:spMkLst>
            <pc:docMk/>
            <pc:sldMk cId="65694548" sldId="547"/>
            <ac:spMk id="3" creationId="{00000000-0000-0000-0000-000000000000}"/>
          </ac:spMkLst>
        </pc:spChg>
      </pc:sldChg>
      <pc:sldChg chg="modTransition">
        <pc:chgData name="Michael Posner" userId="e401e998-08f8-4c5f-9c96-07aa887ae3c8" providerId="ADAL" clId="{962ED55A-499F-4206-928A-9CE4E296EB2A}" dt="2020-04-01T18:09:21.442" v="301"/>
        <pc:sldMkLst>
          <pc:docMk/>
          <pc:sldMk cId="2374861627" sldId="563"/>
        </pc:sldMkLst>
      </pc:sldChg>
      <pc:sldChg chg="modTransition">
        <pc:chgData name="Michael Posner" userId="e401e998-08f8-4c5f-9c96-07aa887ae3c8" providerId="ADAL" clId="{962ED55A-499F-4206-928A-9CE4E296EB2A}" dt="2020-04-01T19:38:34.898" v="982"/>
        <pc:sldMkLst>
          <pc:docMk/>
          <pc:sldMk cId="1679259822" sldId="565"/>
        </pc:sldMkLst>
      </pc:sldChg>
      <pc:sldChg chg="modTransition">
        <pc:chgData name="Michael Posner" userId="e401e998-08f8-4c5f-9c96-07aa887ae3c8" providerId="ADAL" clId="{962ED55A-499F-4206-928A-9CE4E296EB2A}" dt="2020-04-01T19:38:34.898" v="982"/>
        <pc:sldMkLst>
          <pc:docMk/>
          <pc:sldMk cId="2110869091" sldId="566"/>
        </pc:sldMkLst>
      </pc:sldChg>
      <pc:sldChg chg="modNotesTx">
        <pc:chgData name="Michael Posner" userId="e401e998-08f8-4c5f-9c96-07aa887ae3c8" providerId="ADAL" clId="{962ED55A-499F-4206-928A-9CE4E296EB2A}" dt="2020-03-30T20:30:39.335" v="297" actId="20577"/>
        <pc:sldMkLst>
          <pc:docMk/>
          <pc:sldMk cId="2076771945" sldId="577"/>
        </pc:sldMkLst>
      </pc:sldChg>
      <pc:sldChg chg="modSp">
        <pc:chgData name="Michael Posner" userId="e401e998-08f8-4c5f-9c96-07aa887ae3c8" providerId="ADAL" clId="{962ED55A-499F-4206-928A-9CE4E296EB2A}" dt="2020-03-30T19:48:01.266" v="258" actId="20577"/>
        <pc:sldMkLst>
          <pc:docMk/>
          <pc:sldMk cId="758324857" sldId="618"/>
        </pc:sldMkLst>
        <pc:spChg chg="mod">
          <ac:chgData name="Michael Posner" userId="e401e998-08f8-4c5f-9c96-07aa887ae3c8" providerId="ADAL" clId="{962ED55A-499F-4206-928A-9CE4E296EB2A}" dt="2020-03-30T19:48:01.266" v="258" actId="20577"/>
          <ac:spMkLst>
            <pc:docMk/>
            <pc:sldMk cId="758324857" sldId="618"/>
            <ac:spMk id="2" creationId="{00000000-0000-0000-0000-000000000000}"/>
          </ac:spMkLst>
        </pc:spChg>
      </pc:sldChg>
      <pc:sldChg chg="modTransition">
        <pc:chgData name="Michael Posner" userId="e401e998-08f8-4c5f-9c96-07aa887ae3c8" providerId="ADAL" clId="{962ED55A-499F-4206-928A-9CE4E296EB2A}" dt="2020-04-01T19:38:34.898" v="982"/>
        <pc:sldMkLst>
          <pc:docMk/>
          <pc:sldMk cId="1526797807" sldId="724"/>
        </pc:sldMkLst>
      </pc:sldChg>
      <pc:sldChg chg="modTransition">
        <pc:chgData name="Michael Posner" userId="e401e998-08f8-4c5f-9c96-07aa887ae3c8" providerId="ADAL" clId="{962ED55A-499F-4206-928A-9CE4E296EB2A}" dt="2020-04-01T18:09:42.826" v="302"/>
        <pc:sldMkLst>
          <pc:docMk/>
          <pc:sldMk cId="2897268299" sldId="726"/>
        </pc:sldMkLst>
      </pc:sldChg>
      <pc:sldChg chg="modTransition">
        <pc:chgData name="Michael Posner" userId="e401e998-08f8-4c5f-9c96-07aa887ae3c8" providerId="ADAL" clId="{962ED55A-499F-4206-928A-9CE4E296EB2A}" dt="2020-04-01T18:10:01.815" v="304"/>
        <pc:sldMkLst>
          <pc:docMk/>
          <pc:sldMk cId="3307687269" sldId="727"/>
        </pc:sldMkLst>
      </pc:sldChg>
      <pc:sldChg chg="modTransition">
        <pc:chgData name="Michael Posner" userId="e401e998-08f8-4c5f-9c96-07aa887ae3c8" providerId="ADAL" clId="{962ED55A-499F-4206-928A-9CE4E296EB2A}" dt="2020-04-01T18:09:42.826" v="302"/>
        <pc:sldMkLst>
          <pc:docMk/>
          <pc:sldMk cId="2387271685" sldId="728"/>
        </pc:sldMkLst>
      </pc:sldChg>
      <pc:sldChg chg="modTransition">
        <pc:chgData name="Michael Posner" userId="e401e998-08f8-4c5f-9c96-07aa887ae3c8" providerId="ADAL" clId="{962ED55A-499F-4206-928A-9CE4E296EB2A}" dt="2020-04-01T18:09:53.728" v="303"/>
        <pc:sldMkLst>
          <pc:docMk/>
          <pc:sldMk cId="1577630635" sldId="730"/>
        </pc:sldMkLst>
      </pc:sldChg>
      <pc:sldChg chg="modSp">
        <pc:chgData name="Michael Posner" userId="e401e998-08f8-4c5f-9c96-07aa887ae3c8" providerId="ADAL" clId="{962ED55A-499F-4206-928A-9CE4E296EB2A}" dt="2020-03-30T19:48:04.203" v="259" actId="20577"/>
        <pc:sldMkLst>
          <pc:docMk/>
          <pc:sldMk cId="1807558633" sldId="733"/>
        </pc:sldMkLst>
        <pc:spChg chg="mod">
          <ac:chgData name="Michael Posner" userId="e401e998-08f8-4c5f-9c96-07aa887ae3c8" providerId="ADAL" clId="{962ED55A-499F-4206-928A-9CE4E296EB2A}" dt="2020-03-30T19:48:04.203" v="259" actId="20577"/>
          <ac:spMkLst>
            <pc:docMk/>
            <pc:sldMk cId="1807558633" sldId="733"/>
            <ac:spMk id="2" creationId="{00000000-0000-0000-0000-000000000000}"/>
          </ac:spMkLst>
        </pc:spChg>
      </pc:sldChg>
      <pc:sldChg chg="modSp">
        <pc:chgData name="Michael Posner" userId="e401e998-08f8-4c5f-9c96-07aa887ae3c8" providerId="ADAL" clId="{962ED55A-499F-4206-928A-9CE4E296EB2A}" dt="2020-03-30T19:48:08.215" v="260" actId="20577"/>
        <pc:sldMkLst>
          <pc:docMk/>
          <pc:sldMk cId="1866901499" sldId="734"/>
        </pc:sldMkLst>
        <pc:spChg chg="mod">
          <ac:chgData name="Michael Posner" userId="e401e998-08f8-4c5f-9c96-07aa887ae3c8" providerId="ADAL" clId="{962ED55A-499F-4206-928A-9CE4E296EB2A}" dt="2020-03-30T19:48:08.215" v="260" actId="20577"/>
          <ac:spMkLst>
            <pc:docMk/>
            <pc:sldMk cId="1866901499" sldId="734"/>
            <ac:spMk id="2" creationId="{00000000-0000-0000-0000-000000000000}"/>
          </ac:spMkLst>
        </pc:spChg>
      </pc:sldChg>
      <pc:sldChg chg="modSp">
        <pc:chgData name="Michael Posner" userId="e401e998-08f8-4c5f-9c96-07aa887ae3c8" providerId="ADAL" clId="{962ED55A-499F-4206-928A-9CE4E296EB2A}" dt="2020-03-30T19:48:12.644" v="261" actId="20577"/>
        <pc:sldMkLst>
          <pc:docMk/>
          <pc:sldMk cId="3609939066" sldId="735"/>
        </pc:sldMkLst>
        <pc:spChg chg="mod">
          <ac:chgData name="Michael Posner" userId="e401e998-08f8-4c5f-9c96-07aa887ae3c8" providerId="ADAL" clId="{962ED55A-499F-4206-928A-9CE4E296EB2A}" dt="2020-03-30T19:48:12.644" v="261" actId="20577"/>
          <ac:spMkLst>
            <pc:docMk/>
            <pc:sldMk cId="3609939066" sldId="735"/>
            <ac:spMk id="2" creationId="{00000000-0000-0000-0000-000000000000}"/>
          </ac:spMkLst>
        </pc:spChg>
      </pc:sldChg>
      <pc:sldChg chg="modSp add ord modAnim">
        <pc:chgData name="Michael Posner" userId="e401e998-08f8-4c5f-9c96-07aa887ae3c8" providerId="ADAL" clId="{962ED55A-499F-4206-928A-9CE4E296EB2A}" dt="2020-04-01T18:20:30.464" v="981" actId="207"/>
        <pc:sldMkLst>
          <pc:docMk/>
          <pc:sldMk cId="2120961388" sldId="737"/>
        </pc:sldMkLst>
        <pc:spChg chg="mod">
          <ac:chgData name="Michael Posner" userId="e401e998-08f8-4c5f-9c96-07aa887ae3c8" providerId="ADAL" clId="{962ED55A-499F-4206-928A-9CE4E296EB2A}" dt="2020-04-01T18:13:38.465" v="326" actId="20577"/>
          <ac:spMkLst>
            <pc:docMk/>
            <pc:sldMk cId="2120961388" sldId="737"/>
            <ac:spMk id="2" creationId="{2C106AA0-56B9-4466-B189-914C9AA97E33}"/>
          </ac:spMkLst>
        </pc:spChg>
        <pc:spChg chg="mod">
          <ac:chgData name="Michael Posner" userId="e401e998-08f8-4c5f-9c96-07aa887ae3c8" providerId="ADAL" clId="{962ED55A-499F-4206-928A-9CE4E296EB2A}" dt="2020-04-01T18:20:30.464" v="981" actId="207"/>
          <ac:spMkLst>
            <pc:docMk/>
            <pc:sldMk cId="2120961388" sldId="737"/>
            <ac:spMk id="3" creationId="{A10801A0-15BE-4AE1-B4F7-6011210A56C3}"/>
          </ac:spMkLst>
        </pc:spChg>
      </pc:sldChg>
      <pc:sldChg chg="add del ord">
        <pc:chgData name="Michael Posner" userId="e401e998-08f8-4c5f-9c96-07aa887ae3c8" providerId="ADAL" clId="{962ED55A-499F-4206-928A-9CE4E296EB2A}" dt="2020-04-01T18:08:51.631" v="300" actId="2696"/>
        <pc:sldMkLst>
          <pc:docMk/>
          <pc:sldMk cId="3933479008" sldId="737"/>
        </pc:sldMkLst>
      </pc:sldChg>
    </pc:docChg>
  </pc:docChgLst>
  <pc:docChgLst>
    <pc:chgData name="Michael Posner" userId="e401e998-08f8-4c5f-9c96-07aa887ae3c8" providerId="ADAL" clId="{D3851814-166A-4B1A-B425-BE7DA61C550F}"/>
    <pc:docChg chg="addSld delSld modSld">
      <pc:chgData name="Michael Posner" userId="e401e998-08f8-4c5f-9c96-07aa887ae3c8" providerId="ADAL" clId="{D3851814-166A-4B1A-B425-BE7DA61C550F}" dt="2021-12-08T21:09:18.312" v="8" actId="47"/>
      <pc:docMkLst>
        <pc:docMk/>
      </pc:docMkLst>
      <pc:sldChg chg="modSp add del mod modAnim">
        <pc:chgData name="Michael Posner" userId="e401e998-08f8-4c5f-9c96-07aa887ae3c8" providerId="ADAL" clId="{D3851814-166A-4B1A-B425-BE7DA61C550F}" dt="2021-12-08T21:09:18.312" v="8" actId="47"/>
        <pc:sldMkLst>
          <pc:docMk/>
          <pc:sldMk cId="2810537713" sldId="514"/>
        </pc:sldMkLst>
        <pc:spChg chg="mod">
          <ac:chgData name="Michael Posner" userId="e401e998-08f8-4c5f-9c96-07aa887ae3c8" providerId="ADAL" clId="{D3851814-166A-4B1A-B425-BE7DA61C550F}" dt="2021-12-08T21:09:10.244" v="6" actId="20577"/>
          <ac:spMkLst>
            <pc:docMk/>
            <pc:sldMk cId="2810537713" sldId="514"/>
            <ac:spMk id="2" creationId="{350B3088-E2CA-4E90-A68E-AF4F3E30E56F}"/>
          </ac:spMkLst>
        </pc:spChg>
        <pc:spChg chg="mod">
          <ac:chgData name="Michael Posner" userId="e401e998-08f8-4c5f-9c96-07aa887ae3c8" providerId="ADAL" clId="{D3851814-166A-4B1A-B425-BE7DA61C550F}" dt="2021-12-08T21:09:03.652" v="2" actId="6549"/>
          <ac:spMkLst>
            <pc:docMk/>
            <pc:sldMk cId="2810537713" sldId="514"/>
            <ac:spMk id="3" creationId="{401A7304-9B0C-4D20-ACFA-587837D7E1F5}"/>
          </ac:spMkLst>
        </pc:spChg>
      </pc:sldChg>
      <pc:sldChg chg="modSp mod">
        <pc:chgData name="Michael Posner" userId="e401e998-08f8-4c5f-9c96-07aa887ae3c8" providerId="ADAL" clId="{D3851814-166A-4B1A-B425-BE7DA61C550F}" dt="2021-12-08T21:08:53.752" v="0" actId="1076"/>
        <pc:sldMkLst>
          <pc:docMk/>
          <pc:sldMk cId="2189808418" sldId="736"/>
        </pc:sldMkLst>
        <pc:spChg chg="mod">
          <ac:chgData name="Michael Posner" userId="e401e998-08f8-4c5f-9c96-07aa887ae3c8" providerId="ADAL" clId="{D3851814-166A-4B1A-B425-BE7DA61C550F}" dt="2021-12-08T21:08:53.752" v="0" actId="1076"/>
          <ac:spMkLst>
            <pc:docMk/>
            <pc:sldMk cId="2189808418" sldId="736"/>
            <ac:spMk id="5" creationId="{00000000-0000-0000-0000-000000000000}"/>
          </ac:spMkLst>
        </pc:spChg>
      </pc:sldChg>
      <pc:sldChg chg="add">
        <pc:chgData name="Michael Posner" userId="e401e998-08f8-4c5f-9c96-07aa887ae3c8" providerId="ADAL" clId="{D3851814-166A-4B1A-B425-BE7DA61C550F}" dt="2021-12-08T21:09:16.816" v="7"/>
        <pc:sldMkLst>
          <pc:docMk/>
          <pc:sldMk cId="532120076" sldId="738"/>
        </pc:sldMkLst>
      </pc:sldChg>
    </pc:docChg>
  </pc:docChgLst>
  <pc:docChgLst>
    <pc:chgData name="Michael Posner" userId="e401e998-08f8-4c5f-9c96-07aa887ae3c8" providerId="ADAL" clId="{99E835D7-C1AD-4265-B675-08BBD16878ED}"/>
    <pc:docChg chg="undo custSel addSld delSld modSld sldOrd modNotesMaster modHandout">
      <pc:chgData name="Michael Posner" userId="e401e998-08f8-4c5f-9c96-07aa887ae3c8" providerId="ADAL" clId="{99E835D7-C1AD-4265-B675-08BBD16878ED}" dt="2020-03-18T20:18:04.962" v="916" actId="20577"/>
      <pc:docMkLst>
        <pc:docMk/>
      </pc:docMkLst>
      <pc:sldChg chg="modNotes modNotesTx">
        <pc:chgData name="Michael Posner" userId="e401e998-08f8-4c5f-9c96-07aa887ae3c8" providerId="ADAL" clId="{99E835D7-C1AD-4265-B675-08BBD16878ED}" dt="2020-03-18T20:18:04.962" v="916" actId="20577"/>
        <pc:sldMkLst>
          <pc:docMk/>
          <pc:sldMk cId="1899723860" sldId="540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1457325203" sldId="542"/>
        </pc:sldMkLst>
      </pc:sldChg>
      <pc:sldChg chg="modSp modNotes">
        <pc:chgData name="Michael Posner" userId="e401e998-08f8-4c5f-9c96-07aa887ae3c8" providerId="ADAL" clId="{99E835D7-C1AD-4265-B675-08BBD16878ED}" dt="2020-03-18T18:50:41.010" v="884"/>
        <pc:sldMkLst>
          <pc:docMk/>
          <pc:sldMk cId="2813380454" sldId="543"/>
        </pc:sldMkLst>
        <pc:spChg chg="mod">
          <ac:chgData name="Michael Posner" userId="e401e998-08f8-4c5f-9c96-07aa887ae3c8" providerId="ADAL" clId="{99E835D7-C1AD-4265-B675-08BBD16878ED}" dt="2020-03-18T17:41:23.374" v="52" actId="20577"/>
          <ac:spMkLst>
            <pc:docMk/>
            <pc:sldMk cId="2813380454" sldId="543"/>
            <ac:spMk id="2" creationId="{00000000-0000-0000-0000-000000000000}"/>
          </ac:spMkLst>
        </pc:spChg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2486449411" sldId="544"/>
        </pc:sldMkLst>
      </pc:sldChg>
      <pc:sldChg chg="del">
        <pc:chgData name="Michael Posner" userId="e401e998-08f8-4c5f-9c96-07aa887ae3c8" providerId="ADAL" clId="{99E835D7-C1AD-4265-B675-08BBD16878ED}" dt="2020-03-18T17:42:13.872" v="55" actId="2696"/>
        <pc:sldMkLst>
          <pc:docMk/>
          <pc:sldMk cId="1664900307" sldId="546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65694548" sldId="547"/>
        </pc:sldMkLst>
      </pc:sldChg>
      <pc:sldChg chg="del">
        <pc:chgData name="Michael Posner" userId="e401e998-08f8-4c5f-9c96-07aa887ae3c8" providerId="ADAL" clId="{99E835D7-C1AD-4265-B675-08BBD16878ED}" dt="2020-03-18T17:41:01.157" v="38" actId="2696"/>
        <pc:sldMkLst>
          <pc:docMk/>
          <pc:sldMk cId="2942473542" sldId="548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954479513" sldId="549"/>
        </pc:sldMkLst>
      </pc:sldChg>
      <pc:sldChg chg="modAnim modNotes">
        <pc:chgData name="Michael Posner" userId="e401e998-08f8-4c5f-9c96-07aa887ae3c8" providerId="ADAL" clId="{99E835D7-C1AD-4265-B675-08BBD16878ED}" dt="2020-03-18T18:57:17.564" v="894"/>
        <pc:sldMkLst>
          <pc:docMk/>
          <pc:sldMk cId="3737160624" sldId="550"/>
        </pc:sldMkLst>
      </pc:sldChg>
      <pc:sldChg chg="ord modNotes">
        <pc:chgData name="Michael Posner" userId="e401e998-08f8-4c5f-9c96-07aa887ae3c8" providerId="ADAL" clId="{99E835D7-C1AD-4265-B675-08BBD16878ED}" dt="2020-03-18T18:50:41.010" v="884"/>
        <pc:sldMkLst>
          <pc:docMk/>
          <pc:sldMk cId="3908843097" sldId="551"/>
        </pc:sldMkLst>
      </pc:sldChg>
      <pc:sldChg chg="modSp modNotes">
        <pc:chgData name="Michael Posner" userId="e401e998-08f8-4c5f-9c96-07aa887ae3c8" providerId="ADAL" clId="{99E835D7-C1AD-4265-B675-08BBD16878ED}" dt="2020-03-18T18:50:41.010" v="884"/>
        <pc:sldMkLst>
          <pc:docMk/>
          <pc:sldMk cId="3519070257" sldId="552"/>
        </pc:sldMkLst>
        <pc:spChg chg="mod">
          <ac:chgData name="Michael Posner" userId="e401e998-08f8-4c5f-9c96-07aa887ae3c8" providerId="ADAL" clId="{99E835D7-C1AD-4265-B675-08BBD16878ED}" dt="2020-03-18T17:41:49.495" v="53" actId="20577"/>
          <ac:spMkLst>
            <pc:docMk/>
            <pc:sldMk cId="3519070257" sldId="552"/>
            <ac:spMk id="3" creationId="{00000000-0000-0000-0000-000000000000}"/>
          </ac:spMkLst>
        </pc:spChg>
      </pc:sldChg>
      <pc:sldChg chg="del">
        <pc:chgData name="Michael Posner" userId="e401e998-08f8-4c5f-9c96-07aa887ae3c8" providerId="ADAL" clId="{99E835D7-C1AD-4265-B675-08BBD16878ED}" dt="2020-03-18T17:42:33.336" v="58" actId="2696"/>
        <pc:sldMkLst>
          <pc:docMk/>
          <pc:sldMk cId="3744036690" sldId="554"/>
        </pc:sldMkLst>
      </pc:sldChg>
      <pc:sldChg chg="del">
        <pc:chgData name="Michael Posner" userId="e401e998-08f8-4c5f-9c96-07aa887ae3c8" providerId="ADAL" clId="{99E835D7-C1AD-4265-B675-08BBD16878ED}" dt="2020-03-18T17:42:30.805" v="57" actId="2696"/>
        <pc:sldMkLst>
          <pc:docMk/>
          <pc:sldMk cId="449780434" sldId="555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3901396603" sldId="556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3116517172" sldId="558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1706211904" sldId="559"/>
        </pc:sldMkLst>
      </pc:sldChg>
      <pc:sldChg chg="modSp modNotes">
        <pc:chgData name="Michael Posner" userId="e401e998-08f8-4c5f-9c96-07aa887ae3c8" providerId="ADAL" clId="{99E835D7-C1AD-4265-B675-08BBD16878ED}" dt="2020-03-18T18:50:41.010" v="884"/>
        <pc:sldMkLst>
          <pc:docMk/>
          <pc:sldMk cId="3103112684" sldId="560"/>
        </pc:sldMkLst>
        <pc:spChg chg="mod">
          <ac:chgData name="Michael Posner" userId="e401e998-08f8-4c5f-9c96-07aa887ae3c8" providerId="ADAL" clId="{99E835D7-C1AD-4265-B675-08BBD16878ED}" dt="2020-03-18T17:43:16.578" v="60" actId="207"/>
          <ac:spMkLst>
            <pc:docMk/>
            <pc:sldMk cId="3103112684" sldId="560"/>
            <ac:spMk id="3" creationId="{00000000-0000-0000-0000-000000000000}"/>
          </ac:spMkLst>
        </pc:spChg>
      </pc:sldChg>
      <pc:sldChg chg="modSp modNotes">
        <pc:chgData name="Michael Posner" userId="e401e998-08f8-4c5f-9c96-07aa887ae3c8" providerId="ADAL" clId="{99E835D7-C1AD-4265-B675-08BBD16878ED}" dt="2020-03-18T18:50:41.010" v="884"/>
        <pc:sldMkLst>
          <pc:docMk/>
          <pc:sldMk cId="3762522009" sldId="562"/>
        </pc:sldMkLst>
        <pc:spChg chg="mod">
          <ac:chgData name="Michael Posner" userId="e401e998-08f8-4c5f-9c96-07aa887ae3c8" providerId="ADAL" clId="{99E835D7-C1AD-4265-B675-08BBD16878ED}" dt="2020-03-18T17:48:38.357" v="111" actId="20577"/>
          <ac:spMkLst>
            <pc:docMk/>
            <pc:sldMk cId="3762522009" sldId="562"/>
            <ac:spMk id="2" creationId="{00000000-0000-0000-0000-000000000000}"/>
          </ac:spMkLst>
        </pc:spChg>
        <pc:spChg chg="mod">
          <ac:chgData name="Michael Posner" userId="e401e998-08f8-4c5f-9c96-07aa887ae3c8" providerId="ADAL" clId="{99E835D7-C1AD-4265-B675-08BBD16878ED}" dt="2020-03-18T18:42:29.423" v="855" actId="20577"/>
          <ac:spMkLst>
            <pc:docMk/>
            <pc:sldMk cId="3762522009" sldId="562"/>
            <ac:spMk id="3" creationId="{00000000-0000-0000-0000-000000000000}"/>
          </ac:spMkLst>
        </pc:spChg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2374861627" sldId="563"/>
        </pc:sldMkLst>
      </pc:sldChg>
      <pc:sldChg chg="del">
        <pc:chgData name="Michael Posner" userId="e401e998-08f8-4c5f-9c96-07aa887ae3c8" providerId="ADAL" clId="{99E835D7-C1AD-4265-B675-08BBD16878ED}" dt="2020-03-18T17:45:18.893" v="67" actId="2696"/>
        <pc:sldMkLst>
          <pc:docMk/>
          <pc:sldMk cId="3295146768" sldId="564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1679259822" sldId="565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2110869091" sldId="566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428149210" sldId="570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3068317025" sldId="571"/>
        </pc:sldMkLst>
      </pc:sldChg>
      <pc:sldChg chg="del">
        <pc:chgData name="Michael Posner" userId="e401e998-08f8-4c5f-9c96-07aa887ae3c8" providerId="ADAL" clId="{99E835D7-C1AD-4265-B675-08BBD16878ED}" dt="2020-03-18T17:45:40.752" v="77" actId="2696"/>
        <pc:sldMkLst>
          <pc:docMk/>
          <pc:sldMk cId="1674013126" sldId="574"/>
        </pc:sldMkLst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2076771945" sldId="577"/>
        </pc:sldMkLst>
      </pc:sldChg>
      <pc:sldChg chg="modSp modNotes">
        <pc:chgData name="Michael Posner" userId="e401e998-08f8-4c5f-9c96-07aa887ae3c8" providerId="ADAL" clId="{99E835D7-C1AD-4265-B675-08BBD16878ED}" dt="2020-03-18T18:50:41.010" v="884"/>
        <pc:sldMkLst>
          <pc:docMk/>
          <pc:sldMk cId="2145782900" sldId="579"/>
        </pc:sldMkLst>
        <pc:spChg chg="mod">
          <ac:chgData name="Michael Posner" userId="e401e998-08f8-4c5f-9c96-07aa887ae3c8" providerId="ADAL" clId="{99E835D7-C1AD-4265-B675-08BBD16878ED}" dt="2020-03-18T17:48:40.879" v="113" actId="20577"/>
          <ac:spMkLst>
            <pc:docMk/>
            <pc:sldMk cId="2145782900" sldId="579"/>
            <ac:spMk id="2" creationId="{00000000-0000-0000-0000-000000000000}"/>
          </ac:spMkLst>
        </pc:spChg>
      </pc:sldChg>
      <pc:sldChg chg="modSp modNotes">
        <pc:chgData name="Michael Posner" userId="e401e998-08f8-4c5f-9c96-07aa887ae3c8" providerId="ADAL" clId="{99E835D7-C1AD-4265-B675-08BBD16878ED}" dt="2020-03-18T18:50:41.010" v="884"/>
        <pc:sldMkLst>
          <pc:docMk/>
          <pc:sldMk cId="918150078" sldId="580"/>
        </pc:sldMkLst>
        <pc:spChg chg="mod">
          <ac:chgData name="Michael Posner" userId="e401e998-08f8-4c5f-9c96-07aa887ae3c8" providerId="ADAL" clId="{99E835D7-C1AD-4265-B675-08BBD16878ED}" dt="2020-03-18T17:48:43.376" v="115" actId="20577"/>
          <ac:spMkLst>
            <pc:docMk/>
            <pc:sldMk cId="918150078" sldId="580"/>
            <ac:spMk id="2" creationId="{00000000-0000-0000-0000-000000000000}"/>
          </ac:spMkLst>
        </pc:spChg>
      </pc:sldChg>
      <pc:sldChg chg="del">
        <pc:chgData name="Michael Posner" userId="e401e998-08f8-4c5f-9c96-07aa887ae3c8" providerId="ADAL" clId="{99E835D7-C1AD-4265-B675-08BBD16878ED}" dt="2020-03-18T17:45:18.911" v="68" actId="2696"/>
        <pc:sldMkLst>
          <pc:docMk/>
          <pc:sldMk cId="3141537496" sldId="616"/>
        </pc:sldMkLst>
      </pc:sldChg>
      <pc:sldChg chg="addSp delSp modSp delAnim modAnim modNotes">
        <pc:chgData name="Michael Posner" userId="e401e998-08f8-4c5f-9c96-07aa887ae3c8" providerId="ADAL" clId="{99E835D7-C1AD-4265-B675-08BBD16878ED}" dt="2020-03-18T18:50:41.010" v="884"/>
        <pc:sldMkLst>
          <pc:docMk/>
          <pc:sldMk cId="758324857" sldId="618"/>
        </pc:sldMkLst>
        <pc:spChg chg="mod">
          <ac:chgData name="Michael Posner" userId="e401e998-08f8-4c5f-9c96-07aa887ae3c8" providerId="ADAL" clId="{99E835D7-C1AD-4265-B675-08BBD16878ED}" dt="2020-03-18T18:38:43.893" v="818" actId="20577"/>
          <ac:spMkLst>
            <pc:docMk/>
            <pc:sldMk cId="758324857" sldId="618"/>
            <ac:spMk id="3" creationId="{00000000-0000-0000-0000-000000000000}"/>
          </ac:spMkLst>
        </pc:spChg>
        <pc:picChg chg="add mod ord">
          <ac:chgData name="Michael Posner" userId="e401e998-08f8-4c5f-9c96-07aa887ae3c8" providerId="ADAL" clId="{99E835D7-C1AD-4265-B675-08BBD16878ED}" dt="2020-03-18T17:57:50.247" v="697" actId="14100"/>
          <ac:picMkLst>
            <pc:docMk/>
            <pc:sldMk cId="758324857" sldId="618"/>
            <ac:picMk id="4" creationId="{9E1A0B39-3CC7-45CC-A382-8BB69425344E}"/>
          </ac:picMkLst>
        </pc:picChg>
        <pc:picChg chg="del">
          <ac:chgData name="Michael Posner" userId="e401e998-08f8-4c5f-9c96-07aa887ae3c8" providerId="ADAL" clId="{99E835D7-C1AD-4265-B675-08BBD16878ED}" dt="2020-03-18T17:47:07.680" v="105" actId="478"/>
          <ac:picMkLst>
            <pc:docMk/>
            <pc:sldMk cId="758324857" sldId="618"/>
            <ac:picMk id="5" creationId="{7707F56F-69FF-4B23-B4DF-51BDC78B5D9F}"/>
          </ac:picMkLst>
        </pc:picChg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901253020" sldId="619"/>
        </pc:sldMkLst>
      </pc:sldChg>
      <pc:sldChg chg="del">
        <pc:chgData name="Michael Posner" userId="e401e998-08f8-4c5f-9c96-07aa887ae3c8" providerId="ADAL" clId="{99E835D7-C1AD-4265-B675-08BBD16878ED}" dt="2020-03-18T17:40:41.293" v="36" actId="2696"/>
        <pc:sldMkLst>
          <pc:docMk/>
          <pc:sldMk cId="972975928" sldId="621"/>
        </pc:sldMkLst>
      </pc:sldChg>
      <pc:sldChg chg="del">
        <pc:chgData name="Michael Posner" userId="e401e998-08f8-4c5f-9c96-07aa887ae3c8" providerId="ADAL" clId="{99E835D7-C1AD-4265-B675-08BBD16878ED}" dt="2020-03-18T17:40:44.796" v="37" actId="2696"/>
        <pc:sldMkLst>
          <pc:docMk/>
          <pc:sldMk cId="3193185552" sldId="622"/>
        </pc:sldMkLst>
      </pc:sldChg>
      <pc:sldChg chg="del">
        <pc:chgData name="Michael Posner" userId="e401e998-08f8-4c5f-9c96-07aa887ae3c8" providerId="ADAL" clId="{99E835D7-C1AD-4265-B675-08BBD16878ED}" dt="2020-03-18T17:45:32.340" v="74" actId="2696"/>
        <pc:sldMkLst>
          <pc:docMk/>
          <pc:sldMk cId="2968423960" sldId="623"/>
        </pc:sldMkLst>
      </pc:sldChg>
      <pc:sldChg chg="del">
        <pc:chgData name="Michael Posner" userId="e401e998-08f8-4c5f-9c96-07aa887ae3c8" providerId="ADAL" clId="{99E835D7-C1AD-4265-B675-08BBD16878ED}" dt="2020-03-18T17:45:40.667" v="75" actId="2696"/>
        <pc:sldMkLst>
          <pc:docMk/>
          <pc:sldMk cId="672521464" sldId="624"/>
        </pc:sldMkLst>
      </pc:sldChg>
      <pc:sldChg chg="del">
        <pc:chgData name="Michael Posner" userId="e401e998-08f8-4c5f-9c96-07aa887ae3c8" providerId="ADAL" clId="{99E835D7-C1AD-4265-B675-08BBD16878ED}" dt="2020-03-18T17:45:40.732" v="76" actId="2696"/>
        <pc:sldMkLst>
          <pc:docMk/>
          <pc:sldMk cId="3809366676" sldId="625"/>
        </pc:sldMkLst>
      </pc:sldChg>
      <pc:sldChg chg="del">
        <pc:chgData name="Michael Posner" userId="e401e998-08f8-4c5f-9c96-07aa887ae3c8" providerId="ADAL" clId="{99E835D7-C1AD-4265-B675-08BBD16878ED}" dt="2020-03-18T17:45:40.810" v="78" actId="2696"/>
        <pc:sldMkLst>
          <pc:docMk/>
          <pc:sldMk cId="2252352743" sldId="626"/>
        </pc:sldMkLst>
      </pc:sldChg>
      <pc:sldChg chg="del">
        <pc:chgData name="Michael Posner" userId="e401e998-08f8-4c5f-9c96-07aa887ae3c8" providerId="ADAL" clId="{99E835D7-C1AD-4265-B675-08BBD16878ED}" dt="2020-03-18T17:45:40.875" v="79" actId="2696"/>
        <pc:sldMkLst>
          <pc:docMk/>
          <pc:sldMk cId="3869898277" sldId="627"/>
        </pc:sldMkLst>
      </pc:sldChg>
      <pc:sldChg chg="del">
        <pc:chgData name="Michael Posner" userId="e401e998-08f8-4c5f-9c96-07aa887ae3c8" providerId="ADAL" clId="{99E835D7-C1AD-4265-B675-08BBD16878ED}" dt="2020-03-18T17:45:40.932" v="80" actId="2696"/>
        <pc:sldMkLst>
          <pc:docMk/>
          <pc:sldMk cId="654530246" sldId="628"/>
        </pc:sldMkLst>
      </pc:sldChg>
      <pc:sldChg chg="del">
        <pc:chgData name="Michael Posner" userId="e401e998-08f8-4c5f-9c96-07aa887ae3c8" providerId="ADAL" clId="{99E835D7-C1AD-4265-B675-08BBD16878ED}" dt="2020-03-18T17:45:40.947" v="81" actId="2696"/>
        <pc:sldMkLst>
          <pc:docMk/>
          <pc:sldMk cId="753813461" sldId="629"/>
        </pc:sldMkLst>
      </pc:sldChg>
      <pc:sldChg chg="del">
        <pc:chgData name="Michael Posner" userId="e401e998-08f8-4c5f-9c96-07aa887ae3c8" providerId="ADAL" clId="{99E835D7-C1AD-4265-B675-08BBD16878ED}" dt="2020-03-18T17:45:41.002" v="82" actId="2696"/>
        <pc:sldMkLst>
          <pc:docMk/>
          <pc:sldMk cId="3856944328" sldId="630"/>
        </pc:sldMkLst>
      </pc:sldChg>
      <pc:sldChg chg="del">
        <pc:chgData name="Michael Posner" userId="e401e998-08f8-4c5f-9c96-07aa887ae3c8" providerId="ADAL" clId="{99E835D7-C1AD-4265-B675-08BBD16878ED}" dt="2020-03-18T17:45:41.048" v="83" actId="2696"/>
        <pc:sldMkLst>
          <pc:docMk/>
          <pc:sldMk cId="1829240028" sldId="631"/>
        </pc:sldMkLst>
      </pc:sldChg>
      <pc:sldChg chg="del">
        <pc:chgData name="Michael Posner" userId="e401e998-08f8-4c5f-9c96-07aa887ae3c8" providerId="ADAL" clId="{99E835D7-C1AD-4265-B675-08BBD16878ED}" dt="2020-03-18T17:45:41.067" v="84" actId="2696"/>
        <pc:sldMkLst>
          <pc:docMk/>
          <pc:sldMk cId="2801911079" sldId="632"/>
        </pc:sldMkLst>
      </pc:sldChg>
      <pc:sldChg chg="del">
        <pc:chgData name="Michael Posner" userId="e401e998-08f8-4c5f-9c96-07aa887ae3c8" providerId="ADAL" clId="{99E835D7-C1AD-4265-B675-08BBD16878ED}" dt="2020-03-18T17:45:41.153" v="87" actId="2696"/>
        <pc:sldMkLst>
          <pc:docMk/>
          <pc:sldMk cId="2570165131" sldId="633"/>
        </pc:sldMkLst>
      </pc:sldChg>
      <pc:sldChg chg="del">
        <pc:chgData name="Michael Posner" userId="e401e998-08f8-4c5f-9c96-07aa887ae3c8" providerId="ADAL" clId="{99E835D7-C1AD-4265-B675-08BBD16878ED}" dt="2020-03-18T17:45:41.200" v="88" actId="2696"/>
        <pc:sldMkLst>
          <pc:docMk/>
          <pc:sldMk cId="3792310581" sldId="634"/>
        </pc:sldMkLst>
      </pc:sldChg>
      <pc:sldChg chg="del">
        <pc:chgData name="Michael Posner" userId="e401e998-08f8-4c5f-9c96-07aa887ae3c8" providerId="ADAL" clId="{99E835D7-C1AD-4265-B675-08BBD16878ED}" dt="2020-03-18T17:45:41.082" v="85" actId="2696"/>
        <pc:sldMkLst>
          <pc:docMk/>
          <pc:sldMk cId="209959853" sldId="635"/>
        </pc:sldMkLst>
      </pc:sldChg>
      <pc:sldChg chg="del">
        <pc:chgData name="Michael Posner" userId="e401e998-08f8-4c5f-9c96-07aa887ae3c8" providerId="ADAL" clId="{99E835D7-C1AD-4265-B675-08BBD16878ED}" dt="2020-03-18T17:45:41.253" v="89" actId="2696"/>
        <pc:sldMkLst>
          <pc:docMk/>
          <pc:sldMk cId="1713628860" sldId="636"/>
        </pc:sldMkLst>
      </pc:sldChg>
      <pc:sldChg chg="del">
        <pc:chgData name="Michael Posner" userId="e401e998-08f8-4c5f-9c96-07aa887ae3c8" providerId="ADAL" clId="{99E835D7-C1AD-4265-B675-08BBD16878ED}" dt="2020-03-18T17:45:41.303" v="90" actId="2696"/>
        <pc:sldMkLst>
          <pc:docMk/>
          <pc:sldMk cId="1990972874" sldId="638"/>
        </pc:sldMkLst>
      </pc:sldChg>
      <pc:sldChg chg="del">
        <pc:chgData name="Michael Posner" userId="e401e998-08f8-4c5f-9c96-07aa887ae3c8" providerId="ADAL" clId="{99E835D7-C1AD-4265-B675-08BBD16878ED}" dt="2020-03-18T17:45:19.047" v="70" actId="2696"/>
        <pc:sldMkLst>
          <pc:docMk/>
          <pc:sldMk cId="3934902187" sldId="639"/>
        </pc:sldMkLst>
      </pc:sldChg>
      <pc:sldChg chg="del">
        <pc:chgData name="Michael Posner" userId="e401e998-08f8-4c5f-9c96-07aa887ae3c8" providerId="ADAL" clId="{99E835D7-C1AD-4265-B675-08BBD16878ED}" dt="2020-03-18T17:45:19.193" v="71" actId="2696"/>
        <pc:sldMkLst>
          <pc:docMk/>
          <pc:sldMk cId="4013148066" sldId="640"/>
        </pc:sldMkLst>
      </pc:sldChg>
      <pc:sldChg chg="del">
        <pc:chgData name="Michael Posner" userId="e401e998-08f8-4c5f-9c96-07aa887ae3c8" providerId="ADAL" clId="{99E835D7-C1AD-4265-B675-08BBD16878ED}" dt="2020-03-18T17:45:19.211" v="72" actId="2696"/>
        <pc:sldMkLst>
          <pc:docMk/>
          <pc:sldMk cId="578732626" sldId="641"/>
        </pc:sldMkLst>
      </pc:sldChg>
      <pc:sldChg chg="del">
        <pc:chgData name="Michael Posner" userId="e401e998-08f8-4c5f-9c96-07aa887ae3c8" providerId="ADAL" clId="{99E835D7-C1AD-4265-B675-08BBD16878ED}" dt="2020-03-18T17:45:19.242" v="73" actId="2696"/>
        <pc:sldMkLst>
          <pc:docMk/>
          <pc:sldMk cId="3119355071" sldId="642"/>
        </pc:sldMkLst>
      </pc:sldChg>
      <pc:sldChg chg="del">
        <pc:chgData name="Michael Posner" userId="e401e998-08f8-4c5f-9c96-07aa887ae3c8" providerId="ADAL" clId="{99E835D7-C1AD-4265-B675-08BBD16878ED}" dt="2020-03-18T17:45:41.333" v="91" actId="2696"/>
        <pc:sldMkLst>
          <pc:docMk/>
          <pc:sldMk cId="1956088398" sldId="643"/>
        </pc:sldMkLst>
      </pc:sldChg>
      <pc:sldChg chg="del">
        <pc:chgData name="Michael Posner" userId="e401e998-08f8-4c5f-9c96-07aa887ae3c8" providerId="ADAL" clId="{99E835D7-C1AD-4265-B675-08BBD16878ED}" dt="2020-03-18T17:45:41.370" v="92" actId="2696"/>
        <pc:sldMkLst>
          <pc:docMk/>
          <pc:sldMk cId="3424429190" sldId="644"/>
        </pc:sldMkLst>
      </pc:sldChg>
      <pc:sldChg chg="del">
        <pc:chgData name="Michael Posner" userId="e401e998-08f8-4c5f-9c96-07aa887ae3c8" providerId="ADAL" clId="{99E835D7-C1AD-4265-B675-08BBD16878ED}" dt="2020-03-18T17:45:41.409" v="93" actId="2696"/>
        <pc:sldMkLst>
          <pc:docMk/>
          <pc:sldMk cId="1776487591" sldId="645"/>
        </pc:sldMkLst>
      </pc:sldChg>
      <pc:sldChg chg="del">
        <pc:chgData name="Michael Posner" userId="e401e998-08f8-4c5f-9c96-07aa887ae3c8" providerId="ADAL" clId="{99E835D7-C1AD-4265-B675-08BBD16878ED}" dt="2020-03-18T17:45:41.431" v="94" actId="2696"/>
        <pc:sldMkLst>
          <pc:docMk/>
          <pc:sldMk cId="808328973" sldId="646"/>
        </pc:sldMkLst>
      </pc:sldChg>
      <pc:sldChg chg="del">
        <pc:chgData name="Michael Posner" userId="e401e998-08f8-4c5f-9c96-07aa887ae3c8" providerId="ADAL" clId="{99E835D7-C1AD-4265-B675-08BBD16878ED}" dt="2020-03-18T17:45:41.488" v="95" actId="2696"/>
        <pc:sldMkLst>
          <pc:docMk/>
          <pc:sldMk cId="678927106" sldId="647"/>
        </pc:sldMkLst>
      </pc:sldChg>
      <pc:sldChg chg="del">
        <pc:chgData name="Michael Posner" userId="e401e998-08f8-4c5f-9c96-07aa887ae3c8" providerId="ADAL" clId="{99E835D7-C1AD-4265-B675-08BBD16878ED}" dt="2020-03-18T17:45:41.525" v="96" actId="2696"/>
        <pc:sldMkLst>
          <pc:docMk/>
          <pc:sldMk cId="1942692899" sldId="648"/>
        </pc:sldMkLst>
      </pc:sldChg>
      <pc:sldChg chg="del">
        <pc:chgData name="Michael Posner" userId="e401e998-08f8-4c5f-9c96-07aa887ae3c8" providerId="ADAL" clId="{99E835D7-C1AD-4265-B675-08BBD16878ED}" dt="2020-03-18T17:45:18.994" v="69" actId="2696"/>
        <pc:sldMkLst>
          <pc:docMk/>
          <pc:sldMk cId="1495453294" sldId="650"/>
        </pc:sldMkLst>
      </pc:sldChg>
      <pc:sldChg chg="del">
        <pc:chgData name="Michael Posner" userId="e401e998-08f8-4c5f-9c96-07aa887ae3c8" providerId="ADAL" clId="{99E835D7-C1AD-4265-B675-08BBD16878ED}" dt="2020-03-18T17:45:41.111" v="86" actId="2696"/>
        <pc:sldMkLst>
          <pc:docMk/>
          <pc:sldMk cId="3700845767" sldId="651"/>
        </pc:sldMkLst>
      </pc:sldChg>
      <pc:sldChg chg="modSp del modNotes">
        <pc:chgData name="Michael Posner" userId="e401e998-08f8-4c5f-9c96-07aa887ae3c8" providerId="ADAL" clId="{99E835D7-C1AD-4265-B675-08BBD16878ED}" dt="2020-03-18T18:58:24.780" v="895" actId="2696"/>
        <pc:sldMkLst>
          <pc:docMk/>
          <pc:sldMk cId="2225711518" sldId="721"/>
        </pc:sldMkLst>
        <pc:spChg chg="mod">
          <ac:chgData name="Michael Posner" userId="e401e998-08f8-4c5f-9c96-07aa887ae3c8" providerId="ADAL" clId="{99E835D7-C1AD-4265-B675-08BBD16878ED}" dt="2020-03-18T17:46:04.618" v="100" actId="20577"/>
          <ac:spMkLst>
            <pc:docMk/>
            <pc:sldMk cId="2225711518" sldId="721"/>
            <ac:spMk id="4" creationId="{00000000-0000-0000-0000-000000000000}"/>
          </ac:spMkLst>
        </pc:spChg>
        <pc:spChg chg="mod">
          <ac:chgData name="Michael Posner" userId="e401e998-08f8-4c5f-9c96-07aa887ae3c8" providerId="ADAL" clId="{99E835D7-C1AD-4265-B675-08BBD16878ED}" dt="2020-03-18T17:46:00.292" v="97" actId="1076"/>
          <ac:spMkLst>
            <pc:docMk/>
            <pc:sldMk cId="2225711518" sldId="721"/>
            <ac:spMk id="5" creationId="{00000000-0000-0000-0000-000000000000}"/>
          </ac:spMkLst>
        </pc:spChg>
      </pc:sldChg>
      <pc:sldChg chg="modNotes">
        <pc:chgData name="Michael Posner" userId="e401e998-08f8-4c5f-9c96-07aa887ae3c8" providerId="ADAL" clId="{99E835D7-C1AD-4265-B675-08BBD16878ED}" dt="2020-03-18T18:50:41.010" v="884"/>
        <pc:sldMkLst>
          <pc:docMk/>
          <pc:sldMk cId="1526797807" sldId="724"/>
        </pc:sldMkLst>
      </pc:sldChg>
      <pc:sldChg chg="modSp modAnim">
        <pc:chgData name="Michael Posner" userId="e401e998-08f8-4c5f-9c96-07aa887ae3c8" providerId="ADAL" clId="{99E835D7-C1AD-4265-B675-08BBD16878ED}" dt="2020-03-18T17:44:53.089" v="65" actId="1076"/>
        <pc:sldMkLst>
          <pc:docMk/>
          <pc:sldMk cId="3307687269" sldId="727"/>
        </pc:sldMkLst>
        <pc:picChg chg="mod">
          <ac:chgData name="Michael Posner" userId="e401e998-08f8-4c5f-9c96-07aa887ae3c8" providerId="ADAL" clId="{99E835D7-C1AD-4265-B675-08BBD16878ED}" dt="2020-03-18T17:44:53.089" v="65" actId="1076"/>
          <ac:picMkLst>
            <pc:docMk/>
            <pc:sldMk cId="3307687269" sldId="727"/>
            <ac:picMk id="4" creationId="{F4267C8F-3065-4B81-B1CA-E08E4D40A6F1}"/>
          </ac:picMkLst>
        </pc:picChg>
      </pc:sldChg>
      <pc:sldChg chg="modAnim">
        <pc:chgData name="Michael Posner" userId="e401e998-08f8-4c5f-9c96-07aa887ae3c8" providerId="ADAL" clId="{99E835D7-C1AD-4265-B675-08BBD16878ED}" dt="2020-03-18T17:45:03.813" v="66"/>
        <pc:sldMkLst>
          <pc:docMk/>
          <pc:sldMk cId="1006702874" sldId="729"/>
        </pc:sldMkLst>
      </pc:sldChg>
      <pc:sldChg chg="del">
        <pc:chgData name="Michael Posner" userId="e401e998-08f8-4c5f-9c96-07aa887ae3c8" providerId="ADAL" clId="{99E835D7-C1AD-4265-B675-08BBD16878ED}" dt="2020-03-18T17:42:22.728" v="56" actId="2696"/>
        <pc:sldMkLst>
          <pc:docMk/>
          <pc:sldMk cId="1605465710" sldId="731"/>
        </pc:sldMkLst>
      </pc:sldChg>
      <pc:sldChg chg="modSp add modNotes">
        <pc:chgData name="Michael Posner" userId="e401e998-08f8-4c5f-9c96-07aa887ae3c8" providerId="ADAL" clId="{99E835D7-C1AD-4265-B675-08BBD16878ED}" dt="2020-03-18T18:50:41.010" v="884"/>
        <pc:sldMkLst>
          <pc:docMk/>
          <pc:sldMk cId="4015161727" sldId="732"/>
        </pc:sldMkLst>
        <pc:spChg chg="mod">
          <ac:chgData name="Michael Posner" userId="e401e998-08f8-4c5f-9c96-07aa887ae3c8" providerId="ADAL" clId="{99E835D7-C1AD-4265-B675-08BBD16878ED}" dt="2020-03-18T17:39:10.324" v="35" actId="20577"/>
          <ac:spMkLst>
            <pc:docMk/>
            <pc:sldMk cId="4015161727" sldId="732"/>
            <ac:spMk id="3" creationId="{00000000-0000-0000-0000-000000000000}"/>
          </ac:spMkLst>
        </pc:spChg>
      </pc:sldChg>
      <pc:sldChg chg="add del">
        <pc:chgData name="Michael Posner" userId="e401e998-08f8-4c5f-9c96-07aa887ae3c8" providerId="ADAL" clId="{99E835D7-C1AD-4265-B675-08BBD16878ED}" dt="2020-03-18T18:38:47.243" v="819" actId="2696"/>
        <pc:sldMkLst>
          <pc:docMk/>
          <pc:sldMk cId="451545201" sldId="733"/>
        </pc:sldMkLst>
      </pc:sldChg>
      <pc:sldChg chg="addSp delSp modSp add delAnim modAnim modNotes">
        <pc:chgData name="Michael Posner" userId="e401e998-08f8-4c5f-9c96-07aa887ae3c8" providerId="ADAL" clId="{99E835D7-C1AD-4265-B675-08BBD16878ED}" dt="2020-03-18T18:50:41.010" v="884"/>
        <pc:sldMkLst>
          <pc:docMk/>
          <pc:sldMk cId="1807558633" sldId="733"/>
        </pc:sldMkLst>
        <pc:spChg chg="mod">
          <ac:chgData name="Michael Posner" userId="e401e998-08f8-4c5f-9c96-07aa887ae3c8" providerId="ADAL" clId="{99E835D7-C1AD-4265-B675-08BBD16878ED}" dt="2020-03-18T18:40:35.673" v="838" actId="207"/>
          <ac:spMkLst>
            <pc:docMk/>
            <pc:sldMk cId="1807558633" sldId="733"/>
            <ac:spMk id="3" creationId="{00000000-0000-0000-0000-000000000000}"/>
          </ac:spMkLst>
        </pc:spChg>
        <pc:picChg chg="del">
          <ac:chgData name="Michael Posner" userId="e401e998-08f8-4c5f-9c96-07aa887ae3c8" providerId="ADAL" clId="{99E835D7-C1AD-4265-B675-08BBD16878ED}" dt="2020-03-18T18:39:11.723" v="825" actId="478"/>
          <ac:picMkLst>
            <pc:docMk/>
            <pc:sldMk cId="1807558633" sldId="733"/>
            <ac:picMk id="4" creationId="{9E1A0B39-3CC7-45CC-A382-8BB69425344E}"/>
          </ac:picMkLst>
        </pc:picChg>
        <pc:picChg chg="add del">
          <ac:chgData name="Michael Posner" userId="e401e998-08f8-4c5f-9c96-07aa887ae3c8" providerId="ADAL" clId="{99E835D7-C1AD-4265-B675-08BBD16878ED}" dt="2020-03-18T18:39:36.450" v="827"/>
          <ac:picMkLst>
            <pc:docMk/>
            <pc:sldMk cId="1807558633" sldId="733"/>
            <ac:picMk id="5" creationId="{B741FED6-8AA9-493F-9E6C-53A981235F2F}"/>
          </ac:picMkLst>
        </pc:picChg>
        <pc:picChg chg="add mod">
          <ac:chgData name="Michael Posner" userId="e401e998-08f8-4c5f-9c96-07aa887ae3c8" providerId="ADAL" clId="{99E835D7-C1AD-4265-B675-08BBD16878ED}" dt="2020-03-18T18:40:59.149" v="842" actId="14100"/>
          <ac:picMkLst>
            <pc:docMk/>
            <pc:sldMk cId="1807558633" sldId="733"/>
            <ac:picMk id="6" creationId="{A676F163-E68B-49E0-857B-2D074652D509}"/>
          </ac:picMkLst>
        </pc:picChg>
        <pc:picChg chg="add mod">
          <ac:chgData name="Michael Posner" userId="e401e998-08f8-4c5f-9c96-07aa887ae3c8" providerId="ADAL" clId="{99E835D7-C1AD-4265-B675-08BBD16878ED}" dt="2020-03-18T18:40:57.053" v="841" actId="1076"/>
          <ac:picMkLst>
            <pc:docMk/>
            <pc:sldMk cId="1807558633" sldId="733"/>
            <ac:picMk id="7" creationId="{694D24A3-42A0-4E0E-95D2-6C50B3EF2341}"/>
          </ac:picMkLst>
        </pc:picChg>
      </pc:sldChg>
      <pc:sldChg chg="add del">
        <pc:chgData name="Michael Posner" userId="e401e998-08f8-4c5f-9c96-07aa887ae3c8" providerId="ADAL" clId="{99E835D7-C1AD-4265-B675-08BBD16878ED}" dt="2020-03-18T18:38:55.369" v="823"/>
        <pc:sldMkLst>
          <pc:docMk/>
          <pc:sldMk cId="786161985" sldId="734"/>
        </pc:sldMkLst>
      </pc:sldChg>
      <pc:sldChg chg="addSp delSp modSp add delAnim modAnim modNotes">
        <pc:chgData name="Michael Posner" userId="e401e998-08f8-4c5f-9c96-07aa887ae3c8" providerId="ADAL" clId="{99E835D7-C1AD-4265-B675-08BBD16878ED}" dt="2020-03-18T18:50:41.010" v="884"/>
        <pc:sldMkLst>
          <pc:docMk/>
          <pc:sldMk cId="1866901499" sldId="734"/>
        </pc:sldMkLst>
        <pc:spChg chg="mod">
          <ac:chgData name="Michael Posner" userId="e401e998-08f8-4c5f-9c96-07aa887ae3c8" providerId="ADAL" clId="{99E835D7-C1AD-4265-B675-08BBD16878ED}" dt="2020-03-18T18:48:04.669" v="864"/>
          <ac:spMkLst>
            <pc:docMk/>
            <pc:sldMk cId="1866901499" sldId="734"/>
            <ac:spMk id="3" creationId="{00000000-0000-0000-0000-000000000000}"/>
          </ac:spMkLst>
        </pc:spChg>
        <pc:picChg chg="add mod ord">
          <ac:chgData name="Michael Posner" userId="e401e998-08f8-4c5f-9c96-07aa887ae3c8" providerId="ADAL" clId="{99E835D7-C1AD-4265-B675-08BBD16878ED}" dt="2020-03-18T18:48:40.165" v="869" actId="167"/>
          <ac:picMkLst>
            <pc:docMk/>
            <pc:sldMk cId="1866901499" sldId="734"/>
            <ac:picMk id="4" creationId="{589C4E07-8036-41F9-ADAF-6A6C67568C62}"/>
          </ac:picMkLst>
        </pc:picChg>
        <pc:picChg chg="del">
          <ac:chgData name="Michael Posner" userId="e401e998-08f8-4c5f-9c96-07aa887ae3c8" providerId="ADAL" clId="{99E835D7-C1AD-4265-B675-08BBD16878ED}" dt="2020-03-18T18:47:09.049" v="859" actId="478"/>
          <ac:picMkLst>
            <pc:docMk/>
            <pc:sldMk cId="1866901499" sldId="734"/>
            <ac:picMk id="6" creationId="{A676F163-E68B-49E0-857B-2D074652D509}"/>
          </ac:picMkLst>
        </pc:picChg>
        <pc:picChg chg="del">
          <ac:chgData name="Michael Posner" userId="e401e998-08f8-4c5f-9c96-07aa887ae3c8" providerId="ADAL" clId="{99E835D7-C1AD-4265-B675-08BBD16878ED}" dt="2020-03-18T18:47:10.518" v="860" actId="478"/>
          <ac:picMkLst>
            <pc:docMk/>
            <pc:sldMk cId="1866901499" sldId="734"/>
            <ac:picMk id="7" creationId="{694D24A3-42A0-4E0E-95D2-6C50B3EF2341}"/>
          </ac:picMkLst>
        </pc:picChg>
      </pc:sldChg>
      <pc:sldChg chg="addSp delSp modSp add delAnim modNotes">
        <pc:chgData name="Michael Posner" userId="e401e998-08f8-4c5f-9c96-07aa887ae3c8" providerId="ADAL" clId="{99E835D7-C1AD-4265-B675-08BBD16878ED}" dt="2020-03-18T18:52:48.647" v="892" actId="1076"/>
        <pc:sldMkLst>
          <pc:docMk/>
          <pc:sldMk cId="3609939066" sldId="735"/>
        </pc:sldMkLst>
        <pc:spChg chg="mod">
          <ac:chgData name="Michael Posner" userId="e401e998-08f8-4c5f-9c96-07aa887ae3c8" providerId="ADAL" clId="{99E835D7-C1AD-4265-B675-08BBD16878ED}" dt="2020-03-18T18:52:05.728" v="888" actId="20577"/>
          <ac:spMkLst>
            <pc:docMk/>
            <pc:sldMk cId="3609939066" sldId="735"/>
            <ac:spMk id="3" creationId="{00000000-0000-0000-0000-000000000000}"/>
          </ac:spMkLst>
        </pc:spChg>
        <pc:picChg chg="del">
          <ac:chgData name="Michael Posner" userId="e401e998-08f8-4c5f-9c96-07aa887ae3c8" providerId="ADAL" clId="{99E835D7-C1AD-4265-B675-08BBD16878ED}" dt="2020-03-18T18:48:54.176" v="872" actId="478"/>
          <ac:picMkLst>
            <pc:docMk/>
            <pc:sldMk cId="3609939066" sldId="735"/>
            <ac:picMk id="4" creationId="{589C4E07-8036-41F9-ADAF-6A6C67568C62}"/>
          </ac:picMkLst>
        </pc:picChg>
        <pc:picChg chg="add mod">
          <ac:chgData name="Michael Posner" userId="e401e998-08f8-4c5f-9c96-07aa887ae3c8" providerId="ADAL" clId="{99E835D7-C1AD-4265-B675-08BBD16878ED}" dt="2020-03-18T18:52:48.647" v="892" actId="1076"/>
          <ac:picMkLst>
            <pc:docMk/>
            <pc:sldMk cId="3609939066" sldId="735"/>
            <ac:picMk id="5" creationId="{7A73EFF3-998D-4FB8-BDB3-B0F92C851146}"/>
          </ac:picMkLst>
        </pc:picChg>
      </pc:sldChg>
      <pc:sldChg chg="add">
        <pc:chgData name="Michael Posner" userId="e401e998-08f8-4c5f-9c96-07aa887ae3c8" providerId="ADAL" clId="{99E835D7-C1AD-4265-B675-08BBD16878ED}" dt="2020-03-18T18:56:52.112" v="893"/>
        <pc:sldMkLst>
          <pc:docMk/>
          <pc:sldMk cId="2189808418" sldId="736"/>
        </pc:sldMkLst>
      </pc:sldChg>
      <pc:sldChg chg="add del">
        <pc:chgData name="Michael Posner" userId="e401e998-08f8-4c5f-9c96-07aa887ae3c8" providerId="ADAL" clId="{99E835D7-C1AD-4265-B675-08BBD16878ED}" dt="2020-03-18T18:49:09.399" v="879" actId="2696"/>
        <pc:sldMkLst>
          <pc:docMk/>
          <pc:sldMk cId="2218303097" sldId="736"/>
        </pc:sldMkLst>
      </pc:sldChg>
    </pc:docChg>
  </pc:docChgLst>
  <pc:docChgLst>
    <pc:chgData name="Michael Posner" userId="e401e998-08f8-4c5f-9c96-07aa887ae3c8" providerId="ADAL" clId="{4D3791C0-9D12-47B9-9E16-1343F349B85A}"/>
    <pc:docChg chg="undo custSel addSld delSld modSld modNotesMaster modHandout">
      <pc:chgData name="Michael Posner" userId="e401e998-08f8-4c5f-9c96-07aa887ae3c8" providerId="ADAL" clId="{4D3791C0-9D12-47B9-9E16-1343F349B85A}" dt="2020-10-28T19:08:35.360" v="831" actId="20577"/>
      <pc:docMkLst>
        <pc:docMk/>
      </pc:docMkLst>
      <pc:sldChg chg="modNotes modNotesTx">
        <pc:chgData name="Michael Posner" userId="e401e998-08f8-4c5f-9c96-07aa887ae3c8" providerId="ADAL" clId="{4D3791C0-9D12-47B9-9E16-1343F349B85A}" dt="2020-10-28T17:06:14.267" v="752"/>
        <pc:sldMkLst>
          <pc:docMk/>
          <pc:sldMk cId="1899723860" sldId="540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1457325203" sldId="542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2813380454" sldId="543"/>
        </pc:sldMkLst>
      </pc:sldChg>
      <pc:sldChg chg="modSp modNotes">
        <pc:chgData name="Michael Posner" userId="e401e998-08f8-4c5f-9c96-07aa887ae3c8" providerId="ADAL" clId="{4D3791C0-9D12-47B9-9E16-1343F349B85A}" dt="2020-10-28T17:06:14.267" v="752"/>
        <pc:sldMkLst>
          <pc:docMk/>
          <pc:sldMk cId="2486449411" sldId="544"/>
        </pc:sldMkLst>
        <pc:spChg chg="mod">
          <ac:chgData name="Michael Posner" userId="e401e998-08f8-4c5f-9c96-07aa887ae3c8" providerId="ADAL" clId="{4D3791C0-9D12-47B9-9E16-1343F349B85A}" dt="2020-10-19T17:57:45.703" v="8" actId="20577"/>
          <ac:spMkLst>
            <pc:docMk/>
            <pc:sldMk cId="2486449411" sldId="544"/>
            <ac:spMk id="3" creationId="{00000000-0000-0000-0000-000000000000}"/>
          </ac:spMkLst>
        </pc:spChg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65694548" sldId="547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954479513" sldId="549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3737160624" sldId="550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3908843097" sldId="551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3519070257" sldId="552"/>
        </pc:sldMkLst>
      </pc:sldChg>
      <pc:sldChg chg="modNotes modNotesTx">
        <pc:chgData name="Michael Posner" userId="e401e998-08f8-4c5f-9c96-07aa887ae3c8" providerId="ADAL" clId="{4D3791C0-9D12-47B9-9E16-1343F349B85A}" dt="2020-10-28T17:06:14.267" v="752"/>
        <pc:sldMkLst>
          <pc:docMk/>
          <pc:sldMk cId="3901396603" sldId="556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3116517172" sldId="558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1706211904" sldId="559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3103112684" sldId="560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3762522009" sldId="562"/>
        </pc:sldMkLst>
      </pc:sldChg>
      <pc:sldChg chg="modTransition modNotes">
        <pc:chgData name="Michael Posner" userId="e401e998-08f8-4c5f-9c96-07aa887ae3c8" providerId="ADAL" clId="{4D3791C0-9D12-47B9-9E16-1343F349B85A}" dt="2020-10-28T17:06:14.267" v="752"/>
        <pc:sldMkLst>
          <pc:docMk/>
          <pc:sldMk cId="2374861627" sldId="563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1679259822" sldId="565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2110869091" sldId="566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428149210" sldId="570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3068317025" sldId="571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2076771945" sldId="577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2145782900" sldId="579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918150078" sldId="580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758324857" sldId="618"/>
        </pc:sldMkLst>
      </pc:sldChg>
      <pc:sldChg chg="del modNotes">
        <pc:chgData name="Michael Posner" userId="e401e998-08f8-4c5f-9c96-07aa887ae3c8" providerId="ADAL" clId="{4D3791C0-9D12-47B9-9E16-1343F349B85A}" dt="2020-10-28T19:07:54.753" v="754" actId="2696"/>
        <pc:sldMkLst>
          <pc:docMk/>
          <pc:sldMk cId="901253020" sldId="619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1526797807" sldId="724"/>
        </pc:sldMkLst>
      </pc:sldChg>
      <pc:sldChg chg="modTransition">
        <pc:chgData name="Michael Posner" userId="e401e998-08f8-4c5f-9c96-07aa887ae3c8" providerId="ADAL" clId="{4D3791C0-9D12-47B9-9E16-1343F349B85A}" dt="2020-10-19T15:05:31.364" v="3"/>
        <pc:sldMkLst>
          <pc:docMk/>
          <pc:sldMk cId="2897268299" sldId="726"/>
        </pc:sldMkLst>
      </pc:sldChg>
      <pc:sldChg chg="modNotesTx">
        <pc:chgData name="Michael Posner" userId="e401e998-08f8-4c5f-9c96-07aa887ae3c8" providerId="ADAL" clId="{4D3791C0-9D12-47B9-9E16-1343F349B85A}" dt="2020-10-28T19:08:35.360" v="831" actId="20577"/>
        <pc:sldMkLst>
          <pc:docMk/>
          <pc:sldMk cId="3307687269" sldId="727"/>
        </pc:sldMkLst>
      </pc:sldChg>
      <pc:sldChg chg="modTransition">
        <pc:chgData name="Michael Posner" userId="e401e998-08f8-4c5f-9c96-07aa887ae3c8" providerId="ADAL" clId="{4D3791C0-9D12-47B9-9E16-1343F349B85A}" dt="2020-10-19T15:05:12.939" v="2"/>
        <pc:sldMkLst>
          <pc:docMk/>
          <pc:sldMk cId="2387271685" sldId="728"/>
        </pc:sldMkLst>
      </pc:sldChg>
      <pc:sldChg chg="modSp modTransition">
        <pc:chgData name="Michael Posner" userId="e401e998-08f8-4c5f-9c96-07aa887ae3c8" providerId="ADAL" clId="{4D3791C0-9D12-47B9-9E16-1343F349B85A}" dt="2020-10-28T18:23:15.041" v="753" actId="20577"/>
        <pc:sldMkLst>
          <pc:docMk/>
          <pc:sldMk cId="1577630635" sldId="730"/>
        </pc:sldMkLst>
        <pc:spChg chg="mod">
          <ac:chgData name="Michael Posner" userId="e401e998-08f8-4c5f-9c96-07aa887ae3c8" providerId="ADAL" clId="{4D3791C0-9D12-47B9-9E16-1343F349B85A}" dt="2020-10-28T18:23:15.041" v="753" actId="20577"/>
          <ac:spMkLst>
            <pc:docMk/>
            <pc:sldMk cId="1577630635" sldId="730"/>
            <ac:spMk id="3" creationId="{D5F813CE-A789-4703-9A0E-EE9271F0DADC}"/>
          </ac:spMkLst>
        </pc:spChg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4015161727" sldId="732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1807558633" sldId="733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1866901499" sldId="734"/>
        </pc:sldMkLst>
      </pc:sldChg>
      <pc:sldChg chg="modNotes">
        <pc:chgData name="Michael Posner" userId="e401e998-08f8-4c5f-9c96-07aa887ae3c8" providerId="ADAL" clId="{4D3791C0-9D12-47B9-9E16-1343F349B85A}" dt="2020-10-28T17:06:14.267" v="752"/>
        <pc:sldMkLst>
          <pc:docMk/>
          <pc:sldMk cId="3609939066" sldId="735"/>
        </pc:sldMkLst>
      </pc:sldChg>
      <pc:sldChg chg="modSp modNotes">
        <pc:chgData name="Michael Posner" userId="e401e998-08f8-4c5f-9c96-07aa887ae3c8" providerId="ADAL" clId="{4D3791C0-9D12-47B9-9E16-1343F349B85A}" dt="2020-10-28T17:06:14.267" v="752"/>
        <pc:sldMkLst>
          <pc:docMk/>
          <pc:sldMk cId="2189808418" sldId="736"/>
        </pc:sldMkLst>
        <pc:spChg chg="mod">
          <ac:chgData name="Michael Posner" userId="e401e998-08f8-4c5f-9c96-07aa887ae3c8" providerId="ADAL" clId="{4D3791C0-9D12-47B9-9E16-1343F349B85A}" dt="2020-10-19T15:04:47.933" v="1" actId="27636"/>
          <ac:spMkLst>
            <pc:docMk/>
            <pc:sldMk cId="2189808418" sldId="736"/>
            <ac:spMk id="5" creationId="{00000000-0000-0000-0000-000000000000}"/>
          </ac:spMkLst>
        </pc:spChg>
      </pc:sldChg>
      <pc:sldChg chg="del">
        <pc:chgData name="Michael Posner" userId="e401e998-08f8-4c5f-9c96-07aa887ae3c8" providerId="ADAL" clId="{4D3791C0-9D12-47B9-9E16-1343F349B85A}" dt="2020-10-19T15:06:15.274" v="5" actId="2696"/>
        <pc:sldMkLst>
          <pc:docMk/>
          <pc:sldMk cId="2120961388" sldId="737"/>
        </pc:sldMkLst>
      </pc:sldChg>
      <pc:sldChg chg="addSp delSp modSp add modAnim modNotesTx">
        <pc:chgData name="Michael Posner" userId="e401e998-08f8-4c5f-9c96-07aa887ae3c8" providerId="ADAL" clId="{4D3791C0-9D12-47B9-9E16-1343F349B85A}" dt="2020-10-28T17:05:52.587" v="749" actId="5793"/>
        <pc:sldMkLst>
          <pc:docMk/>
          <pc:sldMk cId="3279424059" sldId="737"/>
        </pc:sldMkLst>
        <pc:spChg chg="mod">
          <ac:chgData name="Michael Posner" userId="e401e998-08f8-4c5f-9c96-07aa887ae3c8" providerId="ADAL" clId="{4D3791C0-9D12-47B9-9E16-1343F349B85A}" dt="2020-10-28T16:30:15.103" v="58" actId="20577"/>
          <ac:spMkLst>
            <pc:docMk/>
            <pc:sldMk cId="3279424059" sldId="737"/>
            <ac:spMk id="2" creationId="{54EDB885-EF54-44AC-9DE3-A2780D7ACA9F}"/>
          </ac:spMkLst>
        </pc:spChg>
        <pc:spChg chg="mod">
          <ac:chgData name="Michael Posner" userId="e401e998-08f8-4c5f-9c96-07aa887ae3c8" providerId="ADAL" clId="{4D3791C0-9D12-47B9-9E16-1343F349B85A}" dt="2020-10-28T16:46:39.634" v="679" actId="20577"/>
          <ac:spMkLst>
            <pc:docMk/>
            <pc:sldMk cId="3279424059" sldId="737"/>
            <ac:spMk id="3" creationId="{82DC6ABA-7585-4C12-B616-B82C7866B30F}"/>
          </ac:spMkLst>
        </pc:spChg>
        <pc:graphicFrameChg chg="add del mod modGraphic">
          <ac:chgData name="Michael Posner" userId="e401e998-08f8-4c5f-9c96-07aa887ae3c8" providerId="ADAL" clId="{4D3791C0-9D12-47B9-9E16-1343F349B85A}" dt="2020-10-28T16:35:31.515" v="455" actId="478"/>
          <ac:graphicFrameMkLst>
            <pc:docMk/>
            <pc:sldMk cId="3279424059" sldId="737"/>
            <ac:graphicFrameMk id="4" creationId="{A92060A7-1A60-4815-A038-97CFF7BCD679}"/>
          </ac:graphicFrameMkLst>
        </pc:graphicFrameChg>
        <pc:graphicFrameChg chg="add mod modGraphic">
          <ac:chgData name="Michael Posner" userId="e401e998-08f8-4c5f-9c96-07aa887ae3c8" providerId="ADAL" clId="{4D3791C0-9D12-47B9-9E16-1343F349B85A}" dt="2020-10-28T17:05:29.091" v="713" actId="1037"/>
          <ac:graphicFrameMkLst>
            <pc:docMk/>
            <pc:sldMk cId="3279424059" sldId="737"/>
            <ac:graphicFrameMk id="5" creationId="{19445843-44DD-4727-B218-FF748ABCC9A0}"/>
          </ac:graphicFrameMkLst>
        </pc:graphicFrameChg>
      </pc:sldChg>
      <pc:sldChg chg="add del">
        <pc:chgData name="Michael Posner" userId="e401e998-08f8-4c5f-9c96-07aa887ae3c8" providerId="ADAL" clId="{4D3791C0-9D12-47B9-9E16-1343F349B85A}" dt="2020-10-28T17:05:56.729" v="751"/>
        <pc:sldMkLst>
          <pc:docMk/>
          <pc:sldMk cId="1947081367" sldId="738"/>
        </pc:sldMkLst>
      </pc:sldChg>
    </pc:docChg>
  </pc:docChgLst>
  <pc:docChgLst>
    <pc:chgData name="Michael Posner" userId="e401e998-08f8-4c5f-9c96-07aa887ae3c8" providerId="ADAL" clId="{990986A0-3541-485D-88FF-B1F3D1922F35}"/>
    <pc:docChg chg="modSld">
      <pc:chgData name="Michael Posner" userId="e401e998-08f8-4c5f-9c96-07aa887ae3c8" providerId="ADAL" clId="{990986A0-3541-485D-88FF-B1F3D1922F35}" dt="2021-12-08T23:59:21.468" v="377" actId="20577"/>
      <pc:docMkLst>
        <pc:docMk/>
      </pc:docMkLst>
      <pc:sldChg chg="modNotesTx">
        <pc:chgData name="Michael Posner" userId="e401e998-08f8-4c5f-9c96-07aa887ae3c8" providerId="ADAL" clId="{990986A0-3541-485D-88FF-B1F3D1922F35}" dt="2021-12-08T23:59:21.468" v="377" actId="20577"/>
        <pc:sldMkLst>
          <pc:docMk/>
          <pc:sldMk cId="2813380454" sldId="543"/>
        </pc:sldMkLst>
      </pc:sldChg>
      <pc:sldChg chg="modSp modAnim">
        <pc:chgData name="Michael Posner" userId="e401e998-08f8-4c5f-9c96-07aa887ae3c8" providerId="ADAL" clId="{990986A0-3541-485D-88FF-B1F3D1922F35}" dt="2021-12-08T23:01:29.119" v="339" actId="255"/>
        <pc:sldMkLst>
          <pc:docMk/>
          <pc:sldMk cId="532120076" sldId="738"/>
        </pc:sldMkLst>
        <pc:spChg chg="mod">
          <ac:chgData name="Michael Posner" userId="e401e998-08f8-4c5f-9c96-07aa887ae3c8" providerId="ADAL" clId="{990986A0-3541-485D-88FF-B1F3D1922F35}" dt="2021-12-08T23:01:29.119" v="339" actId="255"/>
          <ac:spMkLst>
            <pc:docMk/>
            <pc:sldMk cId="532120076" sldId="738"/>
            <ac:spMk id="3" creationId="{401A7304-9B0C-4D20-ACFA-587837D7E1F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043343" cy="467071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3"/>
            <a:ext cx="3043343" cy="467071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C6AA1E43-7ECF-4984-909D-1E41380AB61C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1"/>
            <a:ext cx="3043343" cy="467070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31"/>
            <a:ext cx="3043343" cy="467070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C8699F71-13F1-43F5-8923-06F8BE364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834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/>
          </p:nvPr>
        </p:nvSpPr>
        <p:spPr>
          <a:xfrm>
            <a:off x="407988" y="700088"/>
            <a:ext cx="6207125" cy="3490912"/>
          </a:xfrm>
          <a:prstGeom prst="rect">
            <a:avLst/>
          </a:prstGeom>
        </p:spPr>
        <p:txBody>
          <a:bodyPr lIns="93287" tIns="46644" rIns="93287" bIns="46644"/>
          <a:lstStyle/>
          <a:p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sz="quarter" idx="1"/>
          </p:nvPr>
        </p:nvSpPr>
        <p:spPr>
          <a:xfrm>
            <a:off x="936415" y="4421824"/>
            <a:ext cx="5150273" cy="4189095"/>
          </a:xfrm>
          <a:prstGeom prst="rect">
            <a:avLst/>
          </a:prstGeom>
        </p:spPr>
        <p:txBody>
          <a:bodyPr lIns="93287" tIns="46644" rIns="93287" bIns="46644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776760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3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3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3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3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3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3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3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3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3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7175" y="657225"/>
            <a:ext cx="5834063" cy="3281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646623" y="8462291"/>
            <a:ext cx="2789730" cy="447012"/>
          </a:xfrm>
          <a:prstGeom prst="rect">
            <a:avLst/>
          </a:prstGeom>
        </p:spPr>
        <p:txBody>
          <a:bodyPr lIns="86227" tIns="43115" rIns="86227" bIns="43115"/>
          <a:lstStyle/>
          <a:p>
            <a:pPr defTabSz="563928">
              <a:defRPr/>
            </a:pPr>
            <a:fld id="{BB783E09-9F62-4701-A026-0B8B7B3A5DE8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563928"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37592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3713" y="720725"/>
            <a:ext cx="6402387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22608"/>
            <a:ext cx="4103888" cy="10882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5804" tIns="75804" rIns="75804" bIns="75804" numCol="1" spcCol="40430" rtlCol="0" anchor="ctr">
            <a:spAutoFit/>
          </a:bodyPr>
          <a:lstStyle/>
          <a:p>
            <a:pPr defTabSz="619913">
              <a:defRPr/>
            </a:pPr>
            <a:endParaRPr lang="en-US" sz="6100"/>
          </a:p>
        </p:txBody>
      </p:sp>
    </p:spTree>
    <p:extLst>
      <p:ext uri="{BB962C8B-B14F-4D97-AF65-F5344CB8AC3E}">
        <p14:creationId xmlns:p14="http://schemas.microsoft.com/office/powerpoint/2010/main" val="885072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50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00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68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77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to last one should be all in caps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82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09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80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22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62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 on 10/21/20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27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Posix</a:t>
            </a:r>
            <a:r>
              <a:rPr lang="en-US" dirty="0"/>
              <a:t> are classes/categories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16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32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31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21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36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200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9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220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51E4-D25F-929F-4C20-EE9030DE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90748-7775-D37C-588F-8C93B108D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328A9-CF5A-E0FE-386B-AF7E2A2A5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502E8-7653-95D3-B851-F1E5D68B80C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99310"/>
            <a:ext cx="3664492" cy="10344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9061" tIns="69061" rIns="69061" bIns="69061" numCol="1" spcCol="36833" rtlCol="0" anchor="ctr">
            <a:spAutoFit/>
          </a:bodyPr>
          <a:lstStyle/>
          <a:p>
            <a:pPr defTabSz="5647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356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0E31C-A243-27FA-8DFA-E353C43A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C061D-0251-34CC-E21F-3C694A03F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A5332-D3FA-CDDC-DD5E-7F1C92750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44AA0-7F6D-F7B3-D903-6AB1792BFA9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0" y="99310"/>
            <a:ext cx="3664492" cy="10344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9061" tIns="69061" rIns="69061" bIns="69061" numCol="1" spcCol="36833" rtlCol="0" anchor="ctr">
            <a:spAutoFit/>
          </a:bodyPr>
          <a:lstStyle/>
          <a:p>
            <a:pPr defTabSz="5647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603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 on 4/1/20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24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411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057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872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27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190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99174"/>
            <a:ext cx="3657865" cy="103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958" tIns="68958" rIns="68958" bIns="68958" numCol="1" spcCol="36778" rtlCol="0" anchor="ctr">
            <a:spAutoFit/>
          </a:bodyPr>
          <a:lstStyle/>
          <a:p>
            <a:pPr defTabSz="563928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422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labels are reversed, change </a:t>
            </a:r>
            <a:r>
              <a:rPr lang="en-US" dirty="0" err="1"/>
              <a:t>yaxis</a:t>
            </a:r>
            <a:r>
              <a:rPr lang="en-US" dirty="0"/>
              <a:t> labels </a:t>
            </a:r>
            <a:r>
              <a:rPr lang="en-US"/>
              <a:t>to whole numbers</a:t>
            </a:r>
          </a:p>
        </p:txBody>
      </p:sp>
    </p:spTree>
    <p:extLst>
      <p:ext uri="{BB962C8B-B14F-4D97-AF65-F5344CB8AC3E}">
        <p14:creationId xmlns:p14="http://schemas.microsoft.com/office/powerpoint/2010/main" val="7739436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0350" y="658813"/>
            <a:ext cx="5838825" cy="32845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653229" y="8473851"/>
            <a:ext cx="2794784" cy="447623"/>
          </a:xfrm>
          <a:prstGeom prst="rect">
            <a:avLst/>
          </a:prstGeom>
        </p:spPr>
        <p:txBody>
          <a:bodyPr lIns="86356" tIns="43180" rIns="86356" bIns="43180"/>
          <a:lstStyle/>
          <a:p>
            <a:pPr defTabSz="564774">
              <a:defRPr/>
            </a:pPr>
            <a:fld id="{BB783E09-9F62-4701-A026-0B8B7B3A5DE8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564774">
                <a:defRPr/>
              </a:pPr>
              <a:t>39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37592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9600" y="8928056"/>
            <a:ext cx="18288000" cy="3282980"/>
          </a:xfrm>
        </p:spPr>
        <p:txBody>
          <a:bodyPr wrap="none" anchor="t">
            <a:normAutofit/>
          </a:bodyPr>
          <a:lstStyle>
            <a:lvl1pPr algn="r">
              <a:defRPr sz="19200" b="0" spc="-6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19598" y="7388751"/>
            <a:ext cx="18288000" cy="1508050"/>
          </a:xfrm>
        </p:spPr>
        <p:txBody>
          <a:bodyPr anchor="b">
            <a:normAutofit/>
          </a:bodyPr>
          <a:lstStyle>
            <a:lvl1pPr marL="0" indent="0" algn="r">
              <a:buNone/>
              <a:defRPr sz="6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8325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5965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709064" y="8928056"/>
            <a:ext cx="18288000" cy="3282980"/>
          </a:xfrm>
        </p:spPr>
        <p:txBody>
          <a:bodyPr wrap="none" anchor="t">
            <a:normAutofit/>
          </a:bodyPr>
          <a:lstStyle>
            <a:lvl1pPr algn="l">
              <a:defRPr sz="19200" b="0" spc="-6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709064" y="7387349"/>
            <a:ext cx="18288000" cy="1508050"/>
          </a:xfrm>
        </p:spPr>
        <p:txBody>
          <a:bodyPr anchor="b">
            <a:normAutofit/>
          </a:bodyPr>
          <a:lstStyle>
            <a:lvl1pPr marL="0" indent="0" algn="l">
              <a:buNone/>
              <a:defRPr sz="6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74638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40000" y="3651250"/>
            <a:ext cx="10050432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39680" y="3651250"/>
            <a:ext cx="1006792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87213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0000" y="3362326"/>
            <a:ext cx="10050432" cy="1647824"/>
          </a:xfrm>
        </p:spPr>
        <p:txBody>
          <a:bodyPr anchor="b"/>
          <a:lstStyle>
            <a:lvl1pPr marL="0" indent="0">
              <a:buNone/>
              <a:defRPr sz="4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40000" y="5010150"/>
            <a:ext cx="10050432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639680" y="3362326"/>
            <a:ext cx="10071096" cy="164782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639680" y="5010150"/>
            <a:ext cx="1007109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80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77049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72385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001" y="4114800"/>
            <a:ext cx="7304050" cy="7623176"/>
          </a:xfrm>
        </p:spPr>
        <p:txBody>
          <a:bodyPr/>
          <a:lstStyle>
            <a:lvl1pPr marL="0" indent="0">
              <a:buNone/>
              <a:defRPr sz="3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28849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001" y="4114800"/>
            <a:ext cx="7304050" cy="7623176"/>
          </a:xfrm>
        </p:spPr>
        <p:txBody>
          <a:bodyPr/>
          <a:lstStyle>
            <a:lvl1pPr marL="0" indent="0">
              <a:buNone/>
              <a:defRPr sz="3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39491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8734321"/>
            <a:ext cx="21031200" cy="163871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79576" y="1974851"/>
            <a:ext cx="21031200" cy="675947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10373032"/>
            <a:ext cx="21028024" cy="1364944"/>
          </a:xfrm>
        </p:spPr>
        <p:txBody>
          <a:bodyPr/>
          <a:lstStyle>
            <a:lvl1pPr marL="0" indent="0">
              <a:buNone/>
              <a:defRPr sz="3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1453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0"/>
            <a:ext cx="21031200" cy="7068688"/>
          </a:xfrm>
        </p:spPr>
        <p:txBody>
          <a:bodyPr anchor="ctr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8978798"/>
            <a:ext cx="21028024" cy="300365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143037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2424" y="730250"/>
            <a:ext cx="18605504" cy="5985808"/>
          </a:xfrm>
        </p:spPr>
        <p:txBody>
          <a:bodyPr anchor="ctr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3441289" y="6731114"/>
            <a:ext cx="17504598" cy="109793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6400" y="9003458"/>
            <a:ext cx="21024848" cy="2978992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22088" y="1573648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l" defTabSz="1828800" hangingPunct="1"/>
            <a:r>
              <a:rPr lang="en-US" sz="16000" kern="1200" dirty="0">
                <a:solidFill>
                  <a:prstClr val="white"/>
                </a:solidFill>
                <a:effectLst/>
                <a:latin typeface="Corbel" panose="020B0503020204020204"/>
                <a:ea typeface="+mn-ea"/>
                <a:cs typeface="+mn-c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75624" y="5486400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defTabSz="1828800" hangingPunct="1"/>
            <a:r>
              <a:rPr lang="en-US" sz="16000" kern="1200" dirty="0">
                <a:solidFill>
                  <a:prstClr val="white"/>
                </a:solidFill>
                <a:effectLst/>
                <a:latin typeface="Corbel" panose="020B0503020204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6067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4653935"/>
            <a:ext cx="21031200" cy="5023670"/>
          </a:xfrm>
        </p:spPr>
        <p:txBody>
          <a:bodyPr anchor="b">
            <a:normAutofit/>
          </a:bodyPr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9701162"/>
            <a:ext cx="21028024" cy="2281288"/>
          </a:xfrm>
        </p:spPr>
        <p:txBody>
          <a:bodyPr anchor="t"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22142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2674564" y="3771900"/>
            <a:ext cx="5893732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2713596" y="5143500"/>
            <a:ext cx="5854700" cy="717867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75989" y="3771900"/>
            <a:ext cx="5872482" cy="115252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4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9154882" y="5143500"/>
            <a:ext cx="5893588" cy="717867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658071" y="3771900"/>
            <a:ext cx="5864226" cy="115252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4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5658071" y="5143500"/>
            <a:ext cx="5864226" cy="717867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94802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2664170" y="8595006"/>
            <a:ext cx="5880100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664170" y="4512708"/>
            <a:ext cx="5880100" cy="304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2664170" y="9747531"/>
            <a:ext cx="5880100" cy="1318378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37995" y="8595006"/>
            <a:ext cx="5861050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9137993" y="4512708"/>
            <a:ext cx="5861050" cy="304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9135288" y="9747529"/>
            <a:ext cx="5868812" cy="1318378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608645" y="8595006"/>
            <a:ext cx="5864226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5608643" y="4512708"/>
            <a:ext cx="5864226" cy="304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5608395" y="9747525"/>
            <a:ext cx="5871994" cy="1318378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873032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1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4453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0000" y="3651250"/>
            <a:ext cx="204676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defTabSz="1828800" hangingPunct="1"/>
            <a:fld id="{CA6509AC-B130-484D-82C3-F471716222CA}" type="datetimeFigureOut">
              <a:rPr lang="en-US" kern="1200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latin typeface="Corbel" panose="020B0503020204020204"/>
                <a:ea typeface="+mn-ea"/>
                <a:cs typeface="+mn-cs"/>
              </a:rPr>
              <a:pPr defTabSz="1828800" hangingPunct="1"/>
              <a:t>12/10/2024</a:t>
            </a:fld>
            <a:endParaRPr lang="en-US" kern="1200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defTabSz="1828800" hangingPunct="1"/>
            <a:endParaRPr lang="en-US" kern="1200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defTabSz="1828800" hangingPunct="1"/>
            <a:fld id="{49278B8F-08DB-43BC-9302-98C295D1CB58}" type="slidenum">
              <a:rPr lang="en-US" kern="1200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latin typeface="Corbel" panose="020B0503020204020204"/>
                <a:ea typeface="+mn-ea"/>
                <a:cs typeface="+mn-cs"/>
              </a:rPr>
              <a:pPr defTabSz="1828800" hangingPunct="1"/>
              <a:t>‹#›</a:t>
            </a:fld>
            <a:endParaRPr lang="en-US" kern="1200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23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108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gastonsanchez.com/Handling_and_Processing_Strings_in_R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1.villanova.edu/villanova/president/about_university/mission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tenberg.org/" TargetMode="External"/><Relationship Id="rId2" Type="http://schemas.openxmlformats.org/officeDocument/2006/relationships/hyperlink" Target="https://cran.r-project.org/web/packages/gutenbergr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en.wikiquote.org/wiki/William_Shakespeare_quotes_about_lif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3875288"/>
            <a:ext cx="24065060" cy="328298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1100">
                <a:solidFill>
                  <a:srgbClr val="FFFF00"/>
                </a:solidFill>
              </a:rPr>
              <a:t>Data Wrangling</a:t>
            </a:r>
            <a:br>
              <a:rPr lang="en-US" sz="16000" dirty="0">
                <a:solidFill>
                  <a:srgbClr val="FFFF00"/>
                </a:solidFill>
              </a:rPr>
            </a:br>
            <a:r>
              <a:rPr lang="en-US" sz="16000" dirty="0">
                <a:solidFill>
                  <a:srgbClr val="FFFF00"/>
                </a:solidFill>
              </a:rPr>
              <a:t>Working with Strings</a:t>
            </a:r>
            <a:endParaRPr lang="en-US" sz="13300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888530" y="11046295"/>
            <a:ext cx="18288000" cy="150805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STAT 7500 – Statistical Programming</a:t>
            </a:r>
          </a:p>
        </p:txBody>
      </p:sp>
    </p:spTree>
    <p:extLst>
      <p:ext uri="{BB962C8B-B14F-4D97-AF65-F5344CB8AC3E}">
        <p14:creationId xmlns:p14="http://schemas.microsoft.com/office/powerpoint/2010/main" val="2189808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200" dirty="0">
                <a:solidFill>
                  <a:schemeClr val="tx1"/>
                </a:solidFill>
              </a:rPr>
              <a:t>Isolating data </a:t>
            </a:r>
            <a:r>
              <a:rPr lang="en-US" sz="6200" dirty="0"/>
              <a:t>– </a:t>
            </a:r>
            <a:r>
              <a:rPr lang="en-US" sz="6200" dirty="0">
                <a:solidFill>
                  <a:schemeClr val="accent6"/>
                </a:solidFill>
              </a:rPr>
              <a:t>filter</a:t>
            </a:r>
            <a:r>
              <a:rPr lang="en-US" sz="6200" dirty="0"/>
              <a:t>, </a:t>
            </a:r>
            <a:r>
              <a:rPr lang="en-US" sz="6200" dirty="0">
                <a:solidFill>
                  <a:schemeClr val="accent6"/>
                </a:solidFill>
              </a:rPr>
              <a:t>select</a:t>
            </a:r>
            <a:r>
              <a:rPr lang="en-US" sz="6200" dirty="0"/>
              <a:t>, and </a:t>
            </a:r>
            <a:r>
              <a:rPr lang="en-US" sz="6200" dirty="0">
                <a:solidFill>
                  <a:schemeClr val="accent6"/>
                </a:solidFill>
              </a:rPr>
              <a:t>arrange</a:t>
            </a:r>
          </a:p>
          <a:p>
            <a:r>
              <a:rPr lang="en-US" sz="6200" dirty="0">
                <a:solidFill>
                  <a:schemeClr val="tx1"/>
                </a:solidFill>
              </a:rPr>
              <a:t>Piping operator </a:t>
            </a:r>
            <a:r>
              <a:rPr lang="en-US" sz="6200" dirty="0"/>
              <a:t>– </a:t>
            </a:r>
            <a:r>
              <a:rPr lang="en-US" sz="6200" dirty="0">
                <a:solidFill>
                  <a:schemeClr val="accent6"/>
                </a:solidFill>
              </a:rPr>
              <a:t>%&gt;%</a:t>
            </a:r>
            <a:endParaRPr lang="en-US" sz="6200" dirty="0">
              <a:solidFill>
                <a:srgbClr val="FFFF00"/>
              </a:solidFill>
            </a:endParaRPr>
          </a:p>
          <a:p>
            <a:r>
              <a:rPr lang="en-US" sz="6200" dirty="0">
                <a:solidFill>
                  <a:schemeClr val="tx1"/>
                </a:solidFill>
              </a:rPr>
              <a:t>Deriving information </a:t>
            </a:r>
            <a:r>
              <a:rPr lang="en-US" sz="6200" dirty="0"/>
              <a:t>– </a:t>
            </a:r>
            <a:r>
              <a:rPr lang="en-US" sz="6200" dirty="0">
                <a:solidFill>
                  <a:schemeClr val="accent6"/>
                </a:solidFill>
              </a:rPr>
              <a:t>summarize</a:t>
            </a:r>
            <a:r>
              <a:rPr lang="en-US" sz="6200" dirty="0"/>
              <a:t>, </a:t>
            </a:r>
            <a:r>
              <a:rPr lang="en-US" sz="6200" dirty="0" err="1">
                <a:solidFill>
                  <a:schemeClr val="accent6"/>
                </a:solidFill>
              </a:rPr>
              <a:t>group_by</a:t>
            </a:r>
            <a:r>
              <a:rPr lang="en-US" sz="6200" dirty="0"/>
              <a:t>, </a:t>
            </a:r>
            <a:r>
              <a:rPr lang="en-US" sz="6200" dirty="0">
                <a:solidFill>
                  <a:schemeClr val="accent6"/>
                </a:solidFill>
              </a:rPr>
              <a:t>mutate</a:t>
            </a:r>
          </a:p>
          <a:p>
            <a:r>
              <a:rPr lang="en-US" sz="6200" dirty="0"/>
              <a:t>Combining datasets – </a:t>
            </a:r>
            <a:r>
              <a:rPr lang="en-US" sz="6200" dirty="0" err="1">
                <a:solidFill>
                  <a:srgbClr val="FFC000"/>
                </a:solidFill>
              </a:rPr>
              <a:t>bind_row</a:t>
            </a:r>
            <a:r>
              <a:rPr lang="en-US" sz="6200" dirty="0"/>
              <a:t> and </a:t>
            </a:r>
            <a:r>
              <a:rPr lang="en-US" sz="6200" dirty="0">
                <a:solidFill>
                  <a:srgbClr val="FFC000"/>
                </a:solidFill>
              </a:rPr>
              <a:t>join</a:t>
            </a:r>
            <a:r>
              <a:rPr lang="en-US" sz="6200" dirty="0"/>
              <a:t>s</a:t>
            </a:r>
            <a:endParaRPr lang="en-US" sz="6200" dirty="0">
              <a:solidFill>
                <a:srgbClr val="FFC000"/>
              </a:solidFill>
            </a:endParaRPr>
          </a:p>
          <a:p>
            <a:r>
              <a:rPr lang="en-US" sz="6200" dirty="0">
                <a:solidFill>
                  <a:schemeClr val="tx1"/>
                </a:solidFill>
              </a:rPr>
              <a:t>Tidy data </a:t>
            </a:r>
            <a:r>
              <a:rPr lang="en-US" sz="6200" dirty="0"/>
              <a:t>– </a:t>
            </a:r>
            <a:r>
              <a:rPr lang="en-US" sz="6200" dirty="0" err="1">
                <a:solidFill>
                  <a:schemeClr val="accent6"/>
                </a:solidFill>
              </a:rPr>
              <a:t>pivot_longer</a:t>
            </a:r>
            <a:r>
              <a:rPr lang="en-US" sz="6200" dirty="0"/>
              <a:t>, </a:t>
            </a:r>
            <a:r>
              <a:rPr lang="en-US" sz="6200" dirty="0" err="1">
                <a:solidFill>
                  <a:schemeClr val="accent6"/>
                </a:solidFill>
              </a:rPr>
              <a:t>pivot_wider</a:t>
            </a:r>
            <a:endParaRPr lang="en-US" sz="6200" dirty="0">
              <a:solidFill>
                <a:schemeClr val="accent6"/>
              </a:solidFill>
            </a:endParaRPr>
          </a:p>
          <a:p>
            <a:r>
              <a:rPr lang="en-US" sz="6200" dirty="0">
                <a:solidFill>
                  <a:srgbClr val="FFFF00"/>
                </a:solidFill>
              </a:rPr>
              <a:t>Working with strings </a:t>
            </a:r>
            <a:r>
              <a:rPr lang="en-US" sz="6200" dirty="0"/>
              <a:t>–</a:t>
            </a:r>
            <a:r>
              <a:rPr lang="en-US" sz="6200" dirty="0">
                <a:solidFill>
                  <a:schemeClr val="tx1"/>
                </a:solidFill>
              </a:rPr>
              <a:t> </a:t>
            </a:r>
            <a:r>
              <a:rPr lang="en-US" sz="6200" dirty="0">
                <a:solidFill>
                  <a:schemeClr val="accent6"/>
                </a:solidFill>
              </a:rPr>
              <a:t>stringr</a:t>
            </a:r>
          </a:p>
          <a:p>
            <a:r>
              <a:rPr lang="en-US" sz="6200" dirty="0"/>
              <a:t>Scraping data – </a:t>
            </a:r>
            <a:r>
              <a:rPr lang="en-US" sz="6200" dirty="0" err="1">
                <a:solidFill>
                  <a:schemeClr val="accent6"/>
                </a:solidFill>
              </a:rPr>
              <a:t>rvest</a:t>
            </a:r>
            <a:endParaRPr lang="en-US" sz="6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16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64BC-991C-426F-83F6-97CCA97E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789EE-D89F-4B02-843E-7B2DC38D6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5400" dirty="0" err="1">
                <a:solidFill>
                  <a:schemeClr val="accent6"/>
                </a:solidFill>
              </a:rPr>
              <a:t>stringr</a:t>
            </a:r>
            <a:r>
              <a:rPr lang="en-US" sz="5400" dirty="0"/>
              <a:t> package (in </a:t>
            </a:r>
            <a:r>
              <a:rPr lang="en-US" sz="5400" dirty="0" err="1"/>
              <a:t>tidyverse</a:t>
            </a:r>
            <a:r>
              <a:rPr lang="en-US" sz="5400" dirty="0"/>
              <a:t>)</a:t>
            </a:r>
          </a:p>
          <a:p>
            <a:pPr marL="0" indent="0">
              <a:buNone/>
            </a:pPr>
            <a:endParaRPr lang="en-US" sz="5400" dirty="0">
              <a:hlinkClick r:id="rId2"/>
            </a:endParaRPr>
          </a:p>
          <a:p>
            <a:pPr marL="0" indent="0" algn="ctr">
              <a:buNone/>
            </a:pPr>
            <a:r>
              <a:rPr lang="en-US" sz="5400" dirty="0">
                <a:hlinkClick r:id="rId2"/>
              </a:rPr>
              <a:t>www.gastonsanchez.com/Handling_and_Processing_Strings_in_R.pdf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86E290-8309-4264-A121-D3B72E355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724" y="6858000"/>
            <a:ext cx="12838964" cy="390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931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Reading in Character Strings from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read_file</a:t>
            </a:r>
            <a:r>
              <a:rPr lang="en-US" dirty="0">
                <a:solidFill>
                  <a:schemeClr val="accent6"/>
                </a:solidFill>
              </a:rPr>
              <a:t>() </a:t>
            </a:r>
            <a:r>
              <a:rPr lang="en-US" dirty="0">
                <a:solidFill>
                  <a:schemeClr val="tx1"/>
                </a:solidFill>
              </a:rPr>
              <a:t>reads in the entire file as a single character string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read_lines</a:t>
            </a:r>
            <a:r>
              <a:rPr lang="en-US" dirty="0">
                <a:solidFill>
                  <a:schemeClr val="accent6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 creates a vector of character strings, each one from the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file is a separate line</a:t>
            </a:r>
          </a:p>
        </p:txBody>
      </p:sp>
    </p:spTree>
    <p:extLst>
      <p:ext uri="{BB962C8B-B14F-4D97-AF65-F5344CB8AC3E}">
        <p14:creationId xmlns:p14="http://schemas.microsoft.com/office/powerpoint/2010/main" val="65694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the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49"/>
            <a:ext cx="21923506" cy="9909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str_to_lower</a:t>
            </a:r>
            <a:r>
              <a:rPr lang="en-US" dirty="0">
                <a:solidFill>
                  <a:schemeClr val="accent6"/>
                </a:solidFill>
              </a:rPr>
              <a:t>(x)</a:t>
            </a:r>
            <a:r>
              <a:rPr lang="en-US" dirty="0"/>
              <a:t>,</a:t>
            </a:r>
            <a:r>
              <a:rPr lang="en-US" dirty="0" err="1">
                <a:solidFill>
                  <a:schemeClr val="accent6"/>
                </a:solidFill>
              </a:rPr>
              <a:t>str_to_upper</a:t>
            </a:r>
            <a:r>
              <a:rPr lang="en-US" dirty="0">
                <a:solidFill>
                  <a:schemeClr val="accent6"/>
                </a:solidFill>
              </a:rPr>
              <a:t>(x)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6"/>
                </a:solidFill>
              </a:rPr>
              <a:t>str_to_title</a:t>
            </a:r>
            <a:r>
              <a:rPr lang="en-US" dirty="0">
                <a:solidFill>
                  <a:schemeClr val="accent6"/>
                </a:solidFill>
              </a:rPr>
              <a:t>(x)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6"/>
                </a:solidFill>
              </a:rPr>
              <a:t>str_to_sentence</a:t>
            </a:r>
            <a:r>
              <a:rPr lang="en-US" dirty="0">
                <a:solidFill>
                  <a:schemeClr val="accent6"/>
                </a:solidFill>
              </a:rPr>
              <a:t>(x)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str_to_lower</a:t>
            </a:r>
            <a:r>
              <a:rPr lang="en-US" dirty="0"/>
              <a:t>(“Villanova”)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str_to_upper</a:t>
            </a:r>
            <a:r>
              <a:rPr lang="en-US" dirty="0"/>
              <a:t>(state.name)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9030" y="5653383"/>
            <a:ext cx="3323349" cy="9196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5665" y="6729412"/>
            <a:ext cx="11786724" cy="70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4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1884596" cy="10064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</a:t>
            </a:r>
            <a:r>
              <a:rPr lang="en-US" dirty="0"/>
              <a:t> (</a:t>
            </a:r>
            <a:r>
              <a:rPr lang="en-US" dirty="0" err="1"/>
              <a:t>stringr</a:t>
            </a:r>
            <a:r>
              <a:rPr lang="en-US" dirty="0"/>
              <a:t>) or </a:t>
            </a:r>
            <a:r>
              <a:rPr lang="en-US" dirty="0" err="1">
                <a:solidFill>
                  <a:schemeClr val="accent6"/>
                </a:solidFill>
              </a:rPr>
              <a:t>substr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(base)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string,start,end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	note: negative numbers count from the end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</a:t>
            </a:r>
            <a:r>
              <a:rPr lang="en-US" dirty="0"/>
              <a:t>("Villanova",1,1) 		# extracts the first value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</a:t>
            </a:r>
            <a:r>
              <a:rPr lang="en-US" dirty="0"/>
              <a:t>("Villanova",6,9) 		# extracts our nickname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</a:t>
            </a:r>
            <a:r>
              <a:rPr lang="en-US" dirty="0"/>
              <a:t>("Villanova",6)		# another version (6 to end)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</a:t>
            </a:r>
            <a:r>
              <a:rPr lang="en-US" dirty="0"/>
              <a:t>("Villanova",-4)		# another version (4</a:t>
            </a:r>
            <a:r>
              <a:rPr lang="en-US" baseline="30000" dirty="0"/>
              <a:t>th</a:t>
            </a:r>
            <a:r>
              <a:rPr lang="en-US" dirty="0"/>
              <a:t> from end)</a:t>
            </a:r>
          </a:p>
          <a:p>
            <a:pPr marL="0" indent="0">
              <a:buNone/>
            </a:pPr>
            <a:r>
              <a:rPr lang="fi-FI" dirty="0">
                <a:solidFill>
                  <a:schemeClr val="accent6"/>
                </a:solidFill>
              </a:rPr>
              <a:t>str_sub</a:t>
            </a:r>
            <a:r>
              <a:rPr lang="fi-FI" dirty="0"/>
              <a:t>(state.name,1,3)</a:t>
            </a:r>
          </a:p>
          <a:p>
            <a:pPr marL="0" indent="0">
              <a:buNone/>
            </a:pPr>
            <a:r>
              <a:rPr lang="fi-FI" dirty="0"/>
              <a:t>Another option:</a:t>
            </a:r>
          </a:p>
          <a:p>
            <a:pPr marL="0" indent="0">
              <a:buNone/>
            </a:pPr>
            <a:r>
              <a:rPr lang="fi-FI" dirty="0"/>
              <a:t>	</a:t>
            </a:r>
            <a:r>
              <a:rPr lang="fi-FI" dirty="0">
                <a:solidFill>
                  <a:schemeClr val="accent6"/>
                </a:solidFill>
              </a:rPr>
              <a:t>abbreviate</a:t>
            </a:r>
            <a:r>
              <a:rPr lang="fi-FI" dirty="0"/>
              <a:t>(state.name)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2248" y="6701649"/>
            <a:ext cx="2164964" cy="9442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4097" y="8214400"/>
            <a:ext cx="2720045" cy="15640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34019" y="11827627"/>
            <a:ext cx="3944262" cy="18883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Substrings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1823" y="10851405"/>
            <a:ext cx="4565362" cy="112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2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Character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999" y="3651249"/>
            <a:ext cx="21845685" cy="9753465"/>
          </a:xfrm>
        </p:spPr>
        <p:txBody>
          <a:bodyPr/>
          <a:lstStyle/>
          <a:p>
            <a:r>
              <a:rPr lang="en-US" dirty="0" err="1">
                <a:solidFill>
                  <a:schemeClr val="accent6"/>
                </a:solidFill>
              </a:rPr>
              <a:t>str_which</a:t>
            </a:r>
            <a:r>
              <a:rPr lang="en-US" dirty="0">
                <a:solidFill>
                  <a:schemeClr val="accent6"/>
                </a:solidFill>
              </a:rPr>
              <a:t>(vector, pattern)  </a:t>
            </a:r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>
                <a:solidFill>
                  <a:schemeClr val="accent6"/>
                </a:solidFill>
              </a:rPr>
              <a:t>base::grep</a:t>
            </a:r>
            <a:r>
              <a:rPr lang="en-US" dirty="0">
                <a:solidFill>
                  <a:schemeClr val="tx1"/>
                </a:solidFill>
              </a:rPr>
              <a:t>] identifies the indices of matches</a:t>
            </a:r>
          </a:p>
          <a:p>
            <a:pPr lvl="1"/>
            <a:r>
              <a:rPr lang="en-US" dirty="0" err="1">
                <a:solidFill>
                  <a:schemeClr val="accent6"/>
                </a:solidFill>
              </a:rPr>
              <a:t>str_which</a:t>
            </a:r>
            <a:r>
              <a:rPr lang="en-US" dirty="0">
                <a:solidFill>
                  <a:schemeClr val="accent6"/>
                </a:solidFill>
              </a:rPr>
              <a:t>(c(“</a:t>
            </a:r>
            <a:r>
              <a:rPr lang="en-US" dirty="0" err="1">
                <a:solidFill>
                  <a:schemeClr val="accent6"/>
                </a:solidFill>
              </a:rPr>
              <a:t>Aardvark”,”Anteater”,”Alligator</a:t>
            </a:r>
            <a:r>
              <a:rPr lang="en-US" dirty="0">
                <a:solidFill>
                  <a:schemeClr val="accent6"/>
                </a:solidFill>
              </a:rPr>
              <a:t>”),”k”) </a:t>
            </a:r>
            <a:r>
              <a:rPr lang="en-US" dirty="0">
                <a:solidFill>
                  <a:schemeClr val="tx1"/>
                </a:solidFill>
              </a:rPr>
              <a:t>  =&gt;   1</a:t>
            </a:r>
          </a:p>
          <a:p>
            <a:r>
              <a:rPr lang="en-US" dirty="0" err="1">
                <a:solidFill>
                  <a:schemeClr val="accent6"/>
                </a:solidFill>
              </a:rPr>
              <a:t>str_subset</a:t>
            </a:r>
            <a:r>
              <a:rPr lang="en-US" dirty="0">
                <a:solidFill>
                  <a:schemeClr val="accent6"/>
                </a:solidFill>
              </a:rPr>
              <a:t>()</a:t>
            </a:r>
            <a:r>
              <a:rPr lang="en-US" dirty="0"/>
              <a:t> identifies the values of matches [</a:t>
            </a:r>
            <a:r>
              <a:rPr lang="en-US" dirty="0">
                <a:solidFill>
                  <a:schemeClr val="accent6"/>
                </a:solidFill>
              </a:rPr>
              <a:t>base::grep(value=T)</a:t>
            </a:r>
            <a:r>
              <a:rPr lang="en-US" dirty="0"/>
              <a:t>]</a:t>
            </a:r>
          </a:p>
          <a:p>
            <a:pPr lvl="1"/>
            <a:r>
              <a:rPr lang="en-US" dirty="0" err="1">
                <a:solidFill>
                  <a:schemeClr val="accent6"/>
                </a:solidFill>
              </a:rPr>
              <a:t>str_subset</a:t>
            </a:r>
            <a:r>
              <a:rPr lang="en-US" dirty="0">
                <a:solidFill>
                  <a:schemeClr val="accent6"/>
                </a:solidFill>
              </a:rPr>
              <a:t>(c(“</a:t>
            </a:r>
            <a:r>
              <a:rPr lang="en-US" dirty="0" err="1">
                <a:solidFill>
                  <a:schemeClr val="accent6"/>
                </a:solidFill>
              </a:rPr>
              <a:t>Aardvark”,”Anteater”,”Alligator</a:t>
            </a:r>
            <a:r>
              <a:rPr lang="en-US" dirty="0">
                <a:solidFill>
                  <a:schemeClr val="accent6"/>
                </a:solidFill>
              </a:rPr>
              <a:t>”),”k”) </a:t>
            </a:r>
            <a:r>
              <a:rPr lang="en-US" dirty="0">
                <a:solidFill>
                  <a:schemeClr val="tx1"/>
                </a:solidFill>
              </a:rPr>
              <a:t>  =&gt;   “Aardvark”</a:t>
            </a:r>
            <a:endParaRPr lang="en-US" dirty="0"/>
          </a:p>
          <a:p>
            <a:r>
              <a:rPr lang="en-US" dirty="0" err="1">
                <a:solidFill>
                  <a:schemeClr val="accent6"/>
                </a:solidFill>
              </a:rPr>
              <a:t>str_detect</a:t>
            </a:r>
            <a:r>
              <a:rPr lang="en-US" dirty="0">
                <a:solidFill>
                  <a:schemeClr val="accent6"/>
                </a:solidFill>
              </a:rPr>
              <a:t>()</a:t>
            </a:r>
            <a:r>
              <a:rPr lang="en-US" dirty="0"/>
              <a:t> produces logical vector instead of count [</a:t>
            </a:r>
            <a:r>
              <a:rPr lang="en-US" dirty="0">
                <a:solidFill>
                  <a:schemeClr val="accent6"/>
                </a:solidFill>
              </a:rPr>
              <a:t>base::</a:t>
            </a:r>
            <a:r>
              <a:rPr lang="en-US" dirty="0" err="1">
                <a:solidFill>
                  <a:schemeClr val="accent6"/>
                </a:solidFill>
              </a:rPr>
              <a:t>grepl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Useful for using with mutate or other functions that require vectors</a:t>
            </a:r>
          </a:p>
          <a:p>
            <a:pPr lvl="1"/>
            <a:r>
              <a:rPr lang="en-US" dirty="0" err="1">
                <a:solidFill>
                  <a:schemeClr val="accent6"/>
                </a:solidFill>
              </a:rPr>
              <a:t>str_detect</a:t>
            </a:r>
            <a:r>
              <a:rPr lang="en-US" dirty="0">
                <a:solidFill>
                  <a:schemeClr val="accent6"/>
                </a:solidFill>
              </a:rPr>
              <a:t>(c(“</a:t>
            </a:r>
            <a:r>
              <a:rPr lang="en-US" dirty="0" err="1">
                <a:solidFill>
                  <a:schemeClr val="accent6"/>
                </a:solidFill>
              </a:rPr>
              <a:t>Aardvark”,”Anteater”,”Alligator</a:t>
            </a:r>
            <a:r>
              <a:rPr lang="en-US" dirty="0">
                <a:solidFill>
                  <a:schemeClr val="accent6"/>
                </a:solidFill>
              </a:rPr>
              <a:t>”),”k”) </a:t>
            </a:r>
            <a:r>
              <a:rPr lang="en-US" dirty="0">
                <a:solidFill>
                  <a:schemeClr val="tx1"/>
                </a:solidFill>
              </a:rPr>
              <a:t>  =&gt;   T  F  </a:t>
            </a:r>
            <a:r>
              <a:rPr lang="en-US" dirty="0" err="1">
                <a:solidFill>
                  <a:schemeClr val="tx1"/>
                </a:solidFill>
              </a:rPr>
              <a:t>F</a:t>
            </a:r>
            <a:endParaRPr lang="en-US" dirty="0"/>
          </a:p>
          <a:p>
            <a:r>
              <a:rPr lang="en-US" dirty="0"/>
              <a:t>Series of characters</a:t>
            </a:r>
          </a:p>
          <a:p>
            <a:pPr lvl="1"/>
            <a:r>
              <a:rPr lang="en-US" dirty="0"/>
              <a:t>You can use “[]” to identify series of characters</a:t>
            </a:r>
          </a:p>
          <a:p>
            <a:pPr lvl="1"/>
            <a:r>
              <a:rPr lang="en-US" dirty="0"/>
              <a:t>You can use “-” within “[]” to identify related characters</a:t>
            </a:r>
          </a:p>
          <a:p>
            <a:pPr lvl="1"/>
            <a:r>
              <a:rPr lang="en-US" dirty="0" err="1">
                <a:solidFill>
                  <a:schemeClr val="accent6"/>
                </a:solidFill>
              </a:rPr>
              <a:t>str_detect</a:t>
            </a:r>
            <a:r>
              <a:rPr lang="en-US" dirty="0">
                <a:solidFill>
                  <a:schemeClr val="accent6"/>
                </a:solidFill>
              </a:rPr>
              <a:t>(c(“</a:t>
            </a:r>
            <a:r>
              <a:rPr lang="en-US" dirty="0" err="1">
                <a:solidFill>
                  <a:schemeClr val="accent6"/>
                </a:solidFill>
              </a:rPr>
              <a:t>Aardvark”,”Anteater”,”Alligator</a:t>
            </a:r>
            <a:r>
              <a:rPr lang="en-US" dirty="0">
                <a:solidFill>
                  <a:schemeClr val="accent6"/>
                </a:solidFill>
              </a:rPr>
              <a:t>”),”[</a:t>
            </a:r>
            <a:r>
              <a:rPr lang="en-US" dirty="0" err="1">
                <a:solidFill>
                  <a:schemeClr val="accent6"/>
                </a:solidFill>
              </a:rPr>
              <a:t>gk</a:t>
            </a:r>
            <a:r>
              <a:rPr lang="en-US" dirty="0">
                <a:solidFill>
                  <a:schemeClr val="accent6"/>
                </a:solidFill>
              </a:rPr>
              <a:t>]”) </a:t>
            </a:r>
            <a:r>
              <a:rPr lang="en-US" dirty="0">
                <a:solidFill>
                  <a:schemeClr val="tx1"/>
                </a:solidFill>
              </a:rPr>
              <a:t>  =&gt;   T  F  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72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Character Strings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str_which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state.name,”V</a:t>
            </a:r>
            <a:r>
              <a:rPr lang="en-US" dirty="0">
                <a:solidFill>
                  <a:schemeClr val="accent6"/>
                </a:solidFill>
              </a:rPr>
              <a:t>”)  </a:t>
            </a:r>
            <a:r>
              <a:rPr lang="en-US" dirty="0"/>
              <a:t># lists all states with a V in it</a:t>
            </a:r>
          </a:p>
          <a:p>
            <a:pPr marL="0" indent="0">
              <a:buNone/>
            </a:pPr>
            <a:r>
              <a:rPr lang="en-US" dirty="0"/>
              <a:t>			# actually, it lists the index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str_subset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state.name,”V</a:t>
            </a:r>
            <a:r>
              <a:rPr lang="en-US" dirty="0">
                <a:solidFill>
                  <a:schemeClr val="accent6"/>
                </a:solidFill>
              </a:rPr>
              <a:t>”)</a:t>
            </a:r>
          </a:p>
          <a:p>
            <a:pPr marL="0" indent="0">
              <a:buNone/>
            </a:pPr>
            <a:r>
              <a:rPr lang="en-US" dirty="0"/>
              <a:t>			# Hey, what happened to Pennsylvania?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str_subset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str_to_upper</a:t>
            </a:r>
            <a:r>
              <a:rPr lang="en-US" dirty="0">
                <a:solidFill>
                  <a:schemeClr val="accent6"/>
                </a:solidFill>
              </a:rPr>
              <a:t>(state.name),”V”)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str_subset</a:t>
            </a:r>
            <a:r>
              <a:rPr lang="en-US" dirty="0">
                <a:solidFill>
                  <a:schemeClr val="accent6"/>
                </a:solidFill>
              </a:rPr>
              <a:t>(state.name,”[</a:t>
            </a:r>
            <a:r>
              <a:rPr lang="en-US" dirty="0" err="1">
                <a:solidFill>
                  <a:schemeClr val="accent6"/>
                </a:solidFill>
              </a:rPr>
              <a:t>Vv</a:t>
            </a:r>
            <a:r>
              <a:rPr lang="en-US" dirty="0">
                <a:solidFill>
                  <a:schemeClr val="accent6"/>
                </a:solidFill>
              </a:rPr>
              <a:t>]”)</a:t>
            </a:r>
            <a:r>
              <a:rPr lang="en-US" dirty="0"/>
              <a:t>  # searches for “V” or “v”</a:t>
            </a:r>
            <a:r>
              <a:rPr lang="en-US" sz="4400" dirty="0"/>
              <a:t>	</a:t>
            </a:r>
            <a:endParaRPr lang="en-US" sz="4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8467" y="3651250"/>
            <a:ext cx="4222164" cy="8629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8852" y="5771338"/>
            <a:ext cx="13318712" cy="7851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807" y="8700732"/>
            <a:ext cx="19114116" cy="9101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807" y="10845023"/>
            <a:ext cx="19114116" cy="91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38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and Replace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1311978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str_replace</a:t>
            </a:r>
            <a:r>
              <a:rPr lang="en-US" dirty="0">
                <a:solidFill>
                  <a:schemeClr val="accent6"/>
                </a:solidFill>
              </a:rPr>
              <a:t>(string, pattern, replacement)  # replaces first occurrence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str_replace_all</a:t>
            </a:r>
            <a:r>
              <a:rPr lang="en-US" dirty="0">
                <a:solidFill>
                  <a:schemeClr val="accent6"/>
                </a:solidFill>
              </a:rPr>
              <a:t>(string, pattern, replacement)  # replaces all occurrences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To remove spaces from state names,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states_nospace</a:t>
            </a:r>
            <a:r>
              <a:rPr lang="en-US" dirty="0">
                <a:solidFill>
                  <a:schemeClr val="accent6"/>
                </a:solidFill>
              </a:rPr>
              <a:t> &lt;- </a:t>
            </a:r>
            <a:r>
              <a:rPr lang="en-US" dirty="0" err="1">
                <a:solidFill>
                  <a:schemeClr val="accent6"/>
                </a:solidFill>
              </a:rPr>
              <a:t>str_replace_all</a:t>
            </a:r>
            <a:r>
              <a:rPr lang="en-US" dirty="0">
                <a:solidFill>
                  <a:schemeClr val="accent6"/>
                </a:solidFill>
              </a:rPr>
              <a:t>(state.name, “ “, “”)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Better yet, you can use </a:t>
            </a:r>
            <a:r>
              <a:rPr lang="en-US" dirty="0" err="1">
                <a:solidFill>
                  <a:schemeClr val="accent6"/>
                </a:solidFill>
              </a:rPr>
              <a:t>str_remove_all</a:t>
            </a:r>
            <a:r>
              <a:rPr lang="en-US" dirty="0">
                <a:solidFill>
                  <a:schemeClr val="accent6"/>
                </a:solidFill>
              </a:rPr>
              <a:t>(state.name,” “) </a:t>
            </a:r>
            <a:r>
              <a:rPr lang="en-US" dirty="0">
                <a:solidFill>
                  <a:schemeClr val="tx1"/>
                </a:solidFill>
              </a:rPr>
              <a:t>instead…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443" y="8410152"/>
            <a:ext cx="12374983" cy="185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4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String Occurrence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str_count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string,pattern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str_count</a:t>
            </a:r>
            <a:r>
              <a:rPr lang="en-US" dirty="0">
                <a:solidFill>
                  <a:schemeClr val="accent6"/>
                </a:solidFill>
              </a:rPr>
              <a:t>(“pneumonoultramicroscopicsilicovolcanoconiosis”,”[</a:t>
            </a:r>
            <a:r>
              <a:rPr lang="en-US" dirty="0" err="1">
                <a:solidFill>
                  <a:schemeClr val="accent6"/>
                </a:solidFill>
              </a:rPr>
              <a:t>aeiou</a:t>
            </a:r>
            <a:r>
              <a:rPr lang="en-US" dirty="0">
                <a:solidFill>
                  <a:schemeClr val="accent6"/>
                </a:solidFill>
              </a:rPr>
              <a:t>]”)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fruit &lt;- c("apple", "banana", "pear", "pineapple")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str_count</a:t>
            </a:r>
            <a:r>
              <a:rPr lang="en-US" dirty="0">
                <a:solidFill>
                  <a:schemeClr val="accent6"/>
                </a:solidFill>
              </a:rPr>
              <a:t>(fruit, "a")</a:t>
            </a:r>
          </a:p>
          <a:p>
            <a:pPr marL="0" indent="0">
              <a:buNone/>
            </a:pPr>
            <a:r>
              <a:rPr lang="en-US" sz="5400" dirty="0" err="1">
                <a:solidFill>
                  <a:schemeClr val="accent6"/>
                </a:solidFill>
              </a:rPr>
              <a:t>has_ss</a:t>
            </a:r>
            <a:r>
              <a:rPr lang="en-US" sz="5400" dirty="0">
                <a:solidFill>
                  <a:schemeClr val="accent6"/>
                </a:solidFill>
              </a:rPr>
              <a:t> &lt;- </a:t>
            </a:r>
            <a:r>
              <a:rPr lang="en-US" sz="5400" dirty="0" err="1">
                <a:solidFill>
                  <a:schemeClr val="accent6"/>
                </a:solidFill>
              </a:rPr>
              <a:t>str_count</a:t>
            </a:r>
            <a:r>
              <a:rPr lang="en-US" sz="5400" dirty="0">
                <a:solidFill>
                  <a:schemeClr val="accent6"/>
                </a:solidFill>
              </a:rPr>
              <a:t>(</a:t>
            </a:r>
            <a:r>
              <a:rPr lang="en-US" sz="5400" dirty="0" err="1">
                <a:solidFill>
                  <a:schemeClr val="accent6"/>
                </a:solidFill>
              </a:rPr>
              <a:t>str_to_lower</a:t>
            </a:r>
            <a:r>
              <a:rPr lang="en-US" sz="5400" dirty="0">
                <a:solidFill>
                  <a:schemeClr val="accent6"/>
                </a:solidFill>
              </a:rPr>
              <a:t>(state.name),"ss")   </a:t>
            </a:r>
            <a:r>
              <a:rPr lang="en-US" sz="5400" dirty="0">
                <a:solidFill>
                  <a:schemeClr val="tx1"/>
                </a:solidFill>
              </a:rPr>
              <a:t># what is this asking for?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state.name[</a:t>
            </a:r>
            <a:r>
              <a:rPr lang="en-US" dirty="0" err="1">
                <a:solidFill>
                  <a:schemeClr val="accent6"/>
                </a:solidFill>
              </a:rPr>
              <a:t>has_ss</a:t>
            </a:r>
            <a:r>
              <a:rPr lang="en-US" dirty="0">
                <a:solidFill>
                  <a:schemeClr val="accent6"/>
                </a:solidFill>
              </a:rPr>
              <a:t>&gt;0]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state.name[</a:t>
            </a:r>
            <a:r>
              <a:rPr lang="en-US" dirty="0" err="1">
                <a:solidFill>
                  <a:schemeClr val="accent6"/>
                </a:solidFill>
              </a:rPr>
              <a:t>has_ss</a:t>
            </a:r>
            <a:r>
              <a:rPr lang="en-US" dirty="0">
                <a:solidFill>
                  <a:schemeClr val="accent6"/>
                </a:solidFill>
              </a:rPr>
              <a:t>&gt;1]</a:t>
            </a:r>
          </a:p>
          <a:p>
            <a:pPr marL="0" indent="0">
              <a:buNone/>
            </a:pPr>
            <a:r>
              <a:rPr lang="en-US" sz="4800" dirty="0" err="1">
                <a:solidFill>
                  <a:schemeClr val="accent6"/>
                </a:solidFill>
              </a:rPr>
              <a:t>str_count</a:t>
            </a:r>
            <a:r>
              <a:rPr lang="en-US" sz="4800" dirty="0">
                <a:solidFill>
                  <a:schemeClr val="accent6"/>
                </a:solidFill>
              </a:rPr>
              <a:t>(</a:t>
            </a:r>
            <a:r>
              <a:rPr lang="en-US" sz="4800" dirty="0" err="1">
                <a:solidFill>
                  <a:schemeClr val="accent6"/>
                </a:solidFill>
              </a:rPr>
              <a:t>read_file</a:t>
            </a:r>
            <a:r>
              <a:rPr lang="en-US" sz="4800" dirty="0">
                <a:solidFill>
                  <a:schemeClr val="accent6"/>
                </a:solidFill>
              </a:rPr>
              <a:t>("https://en.wikipedia.org/wiki/</a:t>
            </a:r>
            <a:r>
              <a:rPr lang="en-US" sz="4800" dirty="0" err="1">
                <a:solidFill>
                  <a:schemeClr val="accent6"/>
                </a:solidFill>
              </a:rPr>
              <a:t>Villanova_University</a:t>
            </a:r>
            <a:r>
              <a:rPr lang="en-US" sz="4800" dirty="0">
                <a:solidFill>
                  <a:schemeClr val="accent6"/>
                </a:solidFill>
              </a:rPr>
              <a:t>"),"Villanova")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tx1"/>
                </a:solidFill>
              </a:rPr>
              <a:t>	The word “Villanova” appears 613 times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200" y="6657110"/>
            <a:ext cx="3849377" cy="10129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3549" y="5604546"/>
            <a:ext cx="2631780" cy="9254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104" y="8757198"/>
            <a:ext cx="15135225" cy="8571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104" y="9858018"/>
            <a:ext cx="4519002" cy="83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6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Paste (Concatenate)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999" y="3651250"/>
            <a:ext cx="21904051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paste("Pi is ",pi)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paste("Pi is </a:t>
            </a:r>
            <a:r>
              <a:rPr lang="en-US" dirty="0" err="1">
                <a:solidFill>
                  <a:schemeClr val="accent6"/>
                </a:solidFill>
              </a:rPr>
              <a:t>about",round</a:t>
            </a:r>
            <a:r>
              <a:rPr lang="en-US" dirty="0">
                <a:solidFill>
                  <a:schemeClr val="accent6"/>
                </a:solidFill>
              </a:rPr>
              <a:t>(pi,5))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paste("Pi=",pi)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paste("Pi=",</a:t>
            </a:r>
            <a:r>
              <a:rPr lang="en-US" dirty="0" err="1">
                <a:solidFill>
                  <a:schemeClr val="accent6"/>
                </a:solidFill>
              </a:rPr>
              <a:t>pi,sep</a:t>
            </a:r>
            <a:r>
              <a:rPr lang="en-US" dirty="0">
                <a:solidFill>
                  <a:schemeClr val="accent6"/>
                </a:solidFill>
              </a:rPr>
              <a:t>="")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paste0("Pi=",pi)  </a:t>
            </a:r>
            <a:r>
              <a:rPr lang="en-US" dirty="0">
                <a:solidFill>
                  <a:schemeClr val="tx1"/>
                </a:solidFill>
              </a:rPr>
              <a:t># shortcut for paste with </a:t>
            </a:r>
            <a:r>
              <a:rPr lang="en-US" dirty="0" err="1">
                <a:solidFill>
                  <a:schemeClr val="tx1"/>
                </a:solidFill>
              </a:rPr>
              <a:t>sep</a:t>
            </a:r>
            <a:r>
              <a:rPr lang="en-US" dirty="0">
                <a:solidFill>
                  <a:schemeClr val="tx1"/>
                </a:solidFill>
              </a:rPr>
              <a:t>=“”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# For different length vectors, you can combine values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paste("MAT",1:5,sep="-")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641" y="4422740"/>
            <a:ext cx="7428640" cy="27951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5674" y="10875422"/>
            <a:ext cx="11764732" cy="135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7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Paste in Titles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labs(subtitle=paste("Correlation=",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round(</a:t>
            </a:r>
            <a:r>
              <a:rPr lang="en-US" dirty="0" err="1">
                <a:solidFill>
                  <a:schemeClr val="accent6"/>
                </a:solidFill>
              </a:rPr>
              <a:t>cor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badinc$avginc,badinc$badavginc</a:t>
            </a:r>
            <a:r>
              <a:rPr lang="en-US" dirty="0">
                <a:solidFill>
                  <a:schemeClr val="accent6"/>
                </a:solidFill>
              </a:rPr>
              <a:t>),4)))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004" y="5567144"/>
            <a:ext cx="13204165" cy="814885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541477" y="6072554"/>
            <a:ext cx="3188677" cy="5627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7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62638" y="3651250"/>
            <a:ext cx="7908324" cy="8702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string &lt;- c("$20.00", "$40")</a:t>
            </a:r>
          </a:p>
          <a:p>
            <a:pPr marL="0" indent="0">
              <a:buNone/>
            </a:pPr>
            <a:r>
              <a:rPr lang="en-US" sz="5400" dirty="0" err="1">
                <a:solidFill>
                  <a:schemeClr val="accent6"/>
                </a:solidFill>
              </a:rPr>
              <a:t>str_remove_all</a:t>
            </a:r>
            <a:r>
              <a:rPr lang="en-US" sz="5400" dirty="0">
                <a:solidFill>
                  <a:schemeClr val="accent6"/>
                </a:solidFill>
              </a:rPr>
              <a:t>(string,"$")</a:t>
            </a:r>
          </a:p>
          <a:p>
            <a:pPr marL="0" indent="0">
              <a:buNone/>
            </a:pPr>
            <a:r>
              <a:rPr lang="en-US" sz="5400" dirty="0"/>
              <a:t>	“$20.00”     “$40”</a:t>
            </a:r>
          </a:p>
          <a:p>
            <a:pPr marL="0" indent="0">
              <a:buNone/>
            </a:pPr>
            <a:r>
              <a:rPr lang="en-US" sz="5400" dirty="0" err="1">
                <a:solidFill>
                  <a:schemeClr val="accent6"/>
                </a:solidFill>
              </a:rPr>
              <a:t>str_remove_all</a:t>
            </a:r>
            <a:r>
              <a:rPr lang="en-US" sz="5400" dirty="0">
                <a:solidFill>
                  <a:schemeClr val="accent6"/>
                </a:solidFill>
              </a:rPr>
              <a:t>(string,“\\$")</a:t>
            </a:r>
          </a:p>
          <a:p>
            <a:pPr marL="0" indent="0">
              <a:buNone/>
            </a:pPr>
            <a:r>
              <a:rPr lang="en-US" sz="5400" dirty="0"/>
              <a:t>	“20.00”     “40”</a:t>
            </a:r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endParaRPr lang="en-US" sz="5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8" y="3024554"/>
            <a:ext cx="15251778" cy="1069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7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Classes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658853"/>
            <a:ext cx="11490708" cy="55243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9015" y="3958030"/>
            <a:ext cx="13504985" cy="72774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BF92D0-7A5B-44D6-B2B8-3D26AECC53D0}"/>
              </a:ext>
            </a:extLst>
          </p:cNvPr>
          <p:cNvSpPr txBox="1"/>
          <p:nvPr/>
        </p:nvSpPr>
        <p:spPr>
          <a:xfrm>
            <a:off x="1081526" y="10824513"/>
            <a:ext cx="872973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Regular expressions (regex)</a:t>
            </a:r>
          </a:p>
          <a:p>
            <a:r>
              <a:rPr lang="en-US" dirty="0">
                <a:solidFill>
                  <a:schemeClr val="tx1"/>
                </a:solidFill>
              </a:rPr>
              <a:t>Are patterns describing text</a:t>
            </a:r>
          </a:p>
          <a:p>
            <a:r>
              <a:rPr lang="en-US" dirty="0">
                <a:solidFill>
                  <a:schemeClr val="tx1"/>
                </a:solidFill>
              </a:rPr>
              <a:t>^ is a negating qualifier</a:t>
            </a:r>
          </a:p>
        </p:txBody>
      </p:sp>
    </p:spTree>
    <p:extLst>
      <p:ext uri="{BB962C8B-B14F-4D97-AF65-F5344CB8AC3E}">
        <p14:creationId xmlns:p14="http://schemas.microsoft.com/office/powerpoint/2010/main" val="4289696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2092" y="1754659"/>
            <a:ext cx="9401908" cy="119613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800" dirty="0"/>
              <a:t>Examples:</a:t>
            </a:r>
          </a:p>
          <a:p>
            <a:pPr marL="0" indent="0">
              <a:buNone/>
            </a:pPr>
            <a:r>
              <a:rPr lang="en-US" sz="4800" dirty="0" err="1">
                <a:solidFill>
                  <a:schemeClr val="accent6"/>
                </a:solidFill>
              </a:rPr>
              <a:t>str_replace_all</a:t>
            </a:r>
            <a:r>
              <a:rPr lang="en-US" sz="4800" dirty="0">
                <a:solidFill>
                  <a:schemeClr val="accent6"/>
                </a:solidFill>
              </a:rPr>
              <a:t>("the dandelion war of 	2010“, "\\d", "_")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tx1"/>
                </a:solidFill>
              </a:rPr>
              <a:t>     “the dandelion war of ____”</a:t>
            </a:r>
          </a:p>
          <a:p>
            <a:pPr marL="0" indent="0">
              <a:buNone/>
            </a:pPr>
            <a:r>
              <a:rPr lang="en-US" sz="4800" dirty="0" err="1">
                <a:solidFill>
                  <a:schemeClr val="accent6"/>
                </a:solidFill>
              </a:rPr>
              <a:t>myword</a:t>
            </a:r>
            <a:r>
              <a:rPr lang="en-US" sz="4800" dirty="0">
                <a:solidFill>
                  <a:schemeClr val="accent6"/>
                </a:solidFill>
              </a:rPr>
              <a:t> &lt;- “t e s t </a:t>
            </a:r>
            <a:r>
              <a:rPr lang="en-US" sz="4800" dirty="0" err="1">
                <a:solidFill>
                  <a:schemeClr val="accent6"/>
                </a:solidFill>
              </a:rPr>
              <a:t>i</a:t>
            </a:r>
            <a:r>
              <a:rPr lang="en-US" sz="4800" dirty="0">
                <a:solidFill>
                  <a:schemeClr val="accent6"/>
                </a:solidFill>
              </a:rPr>
              <a:t> f y”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accent6"/>
                </a:solidFill>
              </a:rPr>
              <a:t>print(“Let’s play hangman…”)</a:t>
            </a:r>
          </a:p>
          <a:p>
            <a:pPr marL="0" indent="0">
              <a:buNone/>
            </a:pPr>
            <a:r>
              <a:rPr lang="en-US" sz="4800" dirty="0" err="1">
                <a:solidFill>
                  <a:schemeClr val="accent6"/>
                </a:solidFill>
              </a:rPr>
              <a:t>str_replace_all</a:t>
            </a:r>
            <a:r>
              <a:rPr lang="en-US" sz="4800" dirty="0">
                <a:solidFill>
                  <a:schemeClr val="accent6"/>
                </a:solidFill>
              </a:rPr>
              <a:t>(</a:t>
            </a:r>
            <a:r>
              <a:rPr lang="en-US" sz="4800" dirty="0" err="1">
                <a:solidFill>
                  <a:schemeClr val="accent6"/>
                </a:solidFill>
              </a:rPr>
              <a:t>myword</a:t>
            </a:r>
            <a:r>
              <a:rPr lang="en-US" sz="4800" dirty="0">
                <a:solidFill>
                  <a:schemeClr val="accent6"/>
                </a:solidFill>
              </a:rPr>
              <a:t>,”\\w”,”_”)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tx1"/>
                </a:solidFill>
              </a:rPr>
              <a:t>	Let’s play hangman…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tx1"/>
                </a:solidFill>
              </a:rPr>
              <a:t>	_ _ _ _ _ _ _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tx1"/>
                </a:solidFill>
              </a:rPr>
              <a:t>(person guesses “t”)</a:t>
            </a:r>
          </a:p>
          <a:p>
            <a:pPr marL="0" indent="0">
              <a:buNone/>
            </a:pPr>
            <a:r>
              <a:rPr lang="en-US" sz="4800" dirty="0" err="1">
                <a:solidFill>
                  <a:schemeClr val="accent6"/>
                </a:solidFill>
              </a:rPr>
              <a:t>str_replace_all</a:t>
            </a:r>
            <a:r>
              <a:rPr lang="en-US" sz="4800" dirty="0">
                <a:solidFill>
                  <a:schemeClr val="accent6"/>
                </a:solidFill>
              </a:rPr>
              <a:t>(</a:t>
            </a:r>
            <a:r>
              <a:rPr lang="en-US" sz="4800" dirty="0" err="1">
                <a:solidFill>
                  <a:schemeClr val="accent6"/>
                </a:solidFill>
              </a:rPr>
              <a:t>myword</a:t>
            </a:r>
            <a:r>
              <a:rPr lang="en-US" sz="4800" dirty="0">
                <a:solidFill>
                  <a:schemeClr val="accent6"/>
                </a:solidFill>
              </a:rPr>
              <a:t>,"[^t\\s]","_")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tx1"/>
                </a:solidFill>
              </a:rPr>
              <a:t>	t _ _ t _ _ _ 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tx1"/>
                </a:solidFill>
              </a:rPr>
              <a:t>(person guesses “e”)</a:t>
            </a:r>
          </a:p>
          <a:p>
            <a:pPr marL="0" indent="0">
              <a:buNone/>
            </a:pPr>
            <a:r>
              <a:rPr lang="en-US" sz="4800" dirty="0" err="1">
                <a:solidFill>
                  <a:schemeClr val="accent6"/>
                </a:solidFill>
              </a:rPr>
              <a:t>str_replace_all</a:t>
            </a:r>
            <a:r>
              <a:rPr lang="en-US" sz="4800" dirty="0">
                <a:solidFill>
                  <a:schemeClr val="accent6"/>
                </a:solidFill>
              </a:rPr>
              <a:t>(</a:t>
            </a:r>
            <a:r>
              <a:rPr lang="en-US" sz="4800" dirty="0" err="1">
                <a:solidFill>
                  <a:schemeClr val="accent6"/>
                </a:solidFill>
              </a:rPr>
              <a:t>myword</a:t>
            </a:r>
            <a:r>
              <a:rPr lang="en-US" sz="4800" dirty="0">
                <a:solidFill>
                  <a:schemeClr val="accent6"/>
                </a:solidFill>
              </a:rPr>
              <a:t>,"[^</a:t>
            </a:r>
            <a:r>
              <a:rPr lang="en-US" sz="4800" dirty="0" err="1">
                <a:solidFill>
                  <a:schemeClr val="accent6"/>
                </a:solidFill>
              </a:rPr>
              <a:t>te</a:t>
            </a:r>
            <a:r>
              <a:rPr lang="en-US" sz="4800" dirty="0">
                <a:solidFill>
                  <a:schemeClr val="accent6"/>
                </a:solidFill>
              </a:rPr>
              <a:t>\\s]","_")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tx1"/>
                </a:solidFill>
              </a:rPr>
              <a:t>	t e _ t _ _ _ </a:t>
            </a:r>
          </a:p>
          <a:p>
            <a:pPr marL="0" indent="0">
              <a:buNone/>
            </a:pPr>
            <a:endParaRPr lang="en-US" sz="48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4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784" y="2771375"/>
            <a:ext cx="11448469" cy="1094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2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2368" y="10488304"/>
            <a:ext cx="21126170" cy="32276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str_subset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state.name,”e</a:t>
            </a:r>
            <a:r>
              <a:rPr lang="en-US" dirty="0">
                <a:solidFill>
                  <a:schemeClr val="accent6"/>
                </a:solidFill>
              </a:rPr>
              <a:t>”)</a:t>
            </a:r>
          </a:p>
          <a:p>
            <a:pPr marL="0" indent="0">
              <a:buNone/>
            </a:pPr>
            <a:r>
              <a:rPr lang="en-US" dirty="0"/>
              <a:t>		Connecticut  Delaware  Georgia, etc.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str_subset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state.name,”e</a:t>
            </a:r>
            <a:r>
              <a:rPr lang="en-US" dirty="0">
                <a:solidFill>
                  <a:schemeClr val="accent6"/>
                </a:solidFill>
              </a:rPr>
              <a:t>{2,}”)   </a:t>
            </a:r>
            <a:r>
              <a:rPr lang="en-US" dirty="0"/>
              <a:t># Looks for 2 e’s in a row…</a:t>
            </a:r>
          </a:p>
          <a:p>
            <a:pPr marL="0" indent="0">
              <a:buNone/>
            </a:pPr>
            <a:r>
              <a:rPr lang="en-US" dirty="0"/>
              <a:t>		Tennessee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461" y="3519456"/>
            <a:ext cx="21773077" cy="683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2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49"/>
            <a:ext cx="22144000" cy="10064751"/>
          </a:xfrm>
        </p:spPr>
        <p:txBody>
          <a:bodyPr>
            <a:normAutofit fontScale="92500" lnSpcReduction="10000"/>
          </a:bodyPr>
          <a:lstStyle/>
          <a:p>
            <a:pPr marL="914400" indent="-914400">
              <a:buFont typeface="+mj-lt"/>
              <a:buAutoNum type="alphaLcParenR"/>
            </a:pPr>
            <a:r>
              <a:rPr lang="en-US" dirty="0"/>
              <a:t>Choose five people’s names and enter them into a vector</a:t>
            </a:r>
          </a:p>
          <a:p>
            <a:pPr marL="914400" indent="-914400">
              <a:buFont typeface="+mj-lt"/>
              <a:buAutoNum type="alphaLcParenR"/>
            </a:pPr>
            <a:r>
              <a:rPr lang="en-US" dirty="0"/>
              <a:t>Extract the first three characters of each name</a:t>
            </a:r>
          </a:p>
          <a:p>
            <a:pPr marL="914400" indent="-914400">
              <a:buFont typeface="+mj-lt"/>
              <a:buAutoNum type="alphaLcParenR"/>
            </a:pPr>
            <a:r>
              <a:rPr lang="en-US" dirty="0"/>
              <a:t>Combine the first and last letter of name into a character string (of length 2)</a:t>
            </a:r>
          </a:p>
          <a:p>
            <a:pPr marL="914400" indent="-914400">
              <a:buFont typeface="+mj-lt"/>
              <a:buAutoNum type="alphaLcParenR"/>
            </a:pPr>
            <a:r>
              <a:rPr lang="en-US" dirty="0"/>
              <a:t>Create two variables</a:t>
            </a:r>
          </a:p>
          <a:p>
            <a:pPr marL="1828800" lvl="2" indent="0">
              <a:buNone/>
            </a:pPr>
            <a:r>
              <a:rPr lang="en-US" dirty="0" err="1"/>
              <a:t>i</a:t>
            </a:r>
            <a:r>
              <a:rPr lang="en-US" dirty="0"/>
              <a:t>)    the number of vowels in each person’s name</a:t>
            </a:r>
          </a:p>
          <a:p>
            <a:pPr marL="1828800" lvl="2" indent="0">
              <a:buNone/>
            </a:pPr>
            <a:r>
              <a:rPr lang="en-US" dirty="0"/>
              <a:t>ii)   the proportion of vowels in each person’s name</a:t>
            </a:r>
          </a:p>
          <a:p>
            <a:pPr marL="914400" lvl="1" indent="0">
              <a:buNone/>
            </a:pPr>
            <a:r>
              <a:rPr lang="en-US" dirty="0"/>
              <a:t>Graph these variables by name</a:t>
            </a:r>
          </a:p>
          <a:p>
            <a:pPr marL="914400" indent="-914400">
              <a:buFont typeface="+mj-lt"/>
              <a:buAutoNum type="alphaLcParenR"/>
            </a:pPr>
            <a:r>
              <a:rPr lang="en-US" dirty="0"/>
              <a:t>Choose any website and identify the number of times a specific word appears on it [Note – you likely want to save the file as text first]</a:t>
            </a:r>
          </a:p>
          <a:p>
            <a:pPr marL="914400" indent="-914400">
              <a:buFont typeface="+mj-lt"/>
              <a:buAutoNum type="alphaLcParenR"/>
            </a:pPr>
            <a:r>
              <a:rPr lang="en-US" dirty="0"/>
              <a:t>Use the </a:t>
            </a:r>
            <a:r>
              <a:rPr lang="en-US" dirty="0" err="1"/>
              <a:t>babynames</a:t>
            </a:r>
            <a:r>
              <a:rPr lang="en-US" dirty="0"/>
              <a:t> dataset to…</a:t>
            </a:r>
          </a:p>
          <a:p>
            <a:pPr marL="1943100" lvl="1" indent="-1028700">
              <a:buAutoNum type="romanLcParenR"/>
            </a:pPr>
            <a:r>
              <a:rPr lang="en-US" dirty="0"/>
              <a:t>plot n over time by name for girls whose name starts with “</a:t>
            </a:r>
            <a:r>
              <a:rPr lang="en-US" dirty="0" err="1"/>
              <a:t>Elizab</a:t>
            </a:r>
            <a:r>
              <a:rPr lang="en-US" dirty="0"/>
              <a:t>” but isn’t “Elizabeth”</a:t>
            </a:r>
          </a:p>
          <a:p>
            <a:pPr marL="1943100" lvl="1" indent="-1028700">
              <a:buAutoNum type="romanLcParenR"/>
            </a:pPr>
            <a:r>
              <a:rPr lang="en-US" dirty="0"/>
              <a:t>How many unique names are there that contain the string “</a:t>
            </a:r>
            <a:r>
              <a:rPr lang="en-US" dirty="0" err="1"/>
              <a:t>liz</a:t>
            </a:r>
            <a:r>
              <a:rPr lang="en-US" dirty="0"/>
              <a:t>”</a:t>
            </a:r>
          </a:p>
          <a:p>
            <a:pPr marL="1943100" lvl="1" indent="-1028700">
              <a:buAutoNum type="romanLcParenR"/>
            </a:pPr>
            <a:r>
              <a:rPr lang="en-US" dirty="0"/>
              <a:t>Explore derivations of your own name</a:t>
            </a:r>
          </a:p>
          <a:p>
            <a:pPr marL="914400" indent="-91440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22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001328" cy="100647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# a</a:t>
            </a:r>
          </a:p>
          <a:p>
            <a:pPr marL="0" indent="0">
              <a:buNone/>
            </a:pPr>
            <a:r>
              <a:rPr lang="en-US" dirty="0" err="1"/>
              <a:t>smithposners</a:t>
            </a:r>
            <a:r>
              <a:rPr lang="en-US" dirty="0"/>
              <a:t> &lt;- c("</a:t>
            </a:r>
            <a:r>
              <a:rPr lang="en-US" dirty="0" err="1"/>
              <a:t>Michael","Wendy","Yael","Jonah","Ari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# b</a:t>
            </a:r>
          </a:p>
          <a:p>
            <a:pPr marL="0" indent="0">
              <a:buNone/>
            </a:pPr>
            <a:r>
              <a:rPr lang="en-US" dirty="0" err="1"/>
              <a:t>str_sub</a:t>
            </a:r>
            <a:r>
              <a:rPr lang="en-US" dirty="0"/>
              <a:t>(smithposners,1,3)</a:t>
            </a:r>
          </a:p>
          <a:p>
            <a:pPr marL="0" indent="0">
              <a:buNone/>
            </a:pPr>
            <a:r>
              <a:rPr lang="en-US" dirty="0"/>
              <a:t>#c</a:t>
            </a:r>
          </a:p>
          <a:p>
            <a:pPr marL="0" indent="0">
              <a:buNone/>
            </a:pPr>
            <a:r>
              <a:rPr lang="en-US" dirty="0"/>
              <a:t>paste0(</a:t>
            </a:r>
            <a:r>
              <a:rPr lang="en-US" dirty="0" err="1"/>
              <a:t>str_sub</a:t>
            </a:r>
            <a:r>
              <a:rPr lang="en-US" dirty="0"/>
              <a:t>(smithposners,1,1),</a:t>
            </a:r>
            <a:r>
              <a:rPr lang="en-US" dirty="0" err="1"/>
              <a:t>str_sub</a:t>
            </a:r>
            <a:r>
              <a:rPr lang="en-US" dirty="0"/>
              <a:t>(smithposners,-1))</a:t>
            </a:r>
          </a:p>
          <a:p>
            <a:pPr marL="0" indent="0">
              <a:buNone/>
            </a:pPr>
            <a:r>
              <a:rPr lang="en-US" dirty="0"/>
              <a:t># d</a:t>
            </a:r>
          </a:p>
          <a:p>
            <a:pPr marL="0" indent="0">
              <a:buNone/>
            </a:pPr>
            <a:r>
              <a:rPr lang="en-US" dirty="0"/>
              <a:t>spv0 &lt;- </a:t>
            </a:r>
            <a:r>
              <a:rPr lang="en-US" dirty="0" err="1"/>
              <a:t>str_count</a:t>
            </a:r>
            <a:r>
              <a:rPr lang="en-US" dirty="0"/>
              <a:t>(</a:t>
            </a:r>
            <a:r>
              <a:rPr lang="en-US" dirty="0" err="1"/>
              <a:t>smithposners</a:t>
            </a:r>
            <a:r>
              <a:rPr lang="en-US" dirty="0"/>
              <a:t>,"[</a:t>
            </a:r>
            <a:r>
              <a:rPr lang="en-US" dirty="0" err="1"/>
              <a:t>aeiou</a:t>
            </a:r>
            <a:r>
              <a:rPr lang="en-US" dirty="0"/>
              <a:t>]")</a:t>
            </a:r>
          </a:p>
          <a:p>
            <a:pPr marL="0" indent="0">
              <a:buNone/>
            </a:pPr>
            <a:r>
              <a:rPr lang="en-US" dirty="0" err="1"/>
              <a:t>spv</a:t>
            </a:r>
            <a:r>
              <a:rPr lang="en-US" dirty="0"/>
              <a:t> &lt;- </a:t>
            </a:r>
            <a:r>
              <a:rPr lang="en-US" dirty="0" err="1"/>
              <a:t>str_count</a:t>
            </a:r>
            <a:r>
              <a:rPr lang="en-US" dirty="0"/>
              <a:t>(</a:t>
            </a:r>
            <a:r>
              <a:rPr lang="en-US" dirty="0" err="1"/>
              <a:t>str_to_lower</a:t>
            </a:r>
            <a:r>
              <a:rPr lang="en-US" dirty="0"/>
              <a:t>(</a:t>
            </a:r>
            <a:r>
              <a:rPr lang="en-US" dirty="0" err="1"/>
              <a:t>smithposners</a:t>
            </a:r>
            <a:r>
              <a:rPr lang="en-US" dirty="0"/>
              <a:t>),"[</a:t>
            </a:r>
            <a:r>
              <a:rPr lang="en-US" dirty="0" err="1"/>
              <a:t>aeiou</a:t>
            </a:r>
            <a:r>
              <a:rPr lang="en-US" dirty="0"/>
              <a:t>]")</a:t>
            </a:r>
          </a:p>
          <a:p>
            <a:pPr marL="0" indent="0">
              <a:buNone/>
            </a:pPr>
            <a:r>
              <a:rPr lang="en-US" dirty="0" err="1"/>
              <a:t>spv</a:t>
            </a:r>
            <a:r>
              <a:rPr lang="en-US" dirty="0"/>
              <a:t>[</a:t>
            </a:r>
            <a:r>
              <a:rPr lang="en-US" dirty="0" err="1"/>
              <a:t>spv</a:t>
            </a:r>
            <a:r>
              <a:rPr lang="en-US" dirty="0"/>
              <a:t>==0] &lt;- </a:t>
            </a:r>
            <a:r>
              <a:rPr lang="en-US" dirty="0" err="1"/>
              <a:t>str_count</a:t>
            </a:r>
            <a:r>
              <a:rPr lang="en-US" dirty="0"/>
              <a:t>(</a:t>
            </a:r>
            <a:r>
              <a:rPr lang="en-US" dirty="0" err="1"/>
              <a:t>str_to_lower</a:t>
            </a:r>
            <a:r>
              <a:rPr lang="en-US" dirty="0"/>
              <a:t>(</a:t>
            </a:r>
            <a:r>
              <a:rPr lang="en-US" dirty="0" err="1"/>
              <a:t>smithposners</a:t>
            </a:r>
            <a:r>
              <a:rPr lang="en-US" dirty="0"/>
              <a:t>),"y")</a:t>
            </a:r>
          </a:p>
          <a:p>
            <a:pPr marL="0" indent="0">
              <a:buNone/>
            </a:pPr>
            <a:r>
              <a:rPr lang="en-US" dirty="0" err="1"/>
              <a:t>sps</a:t>
            </a:r>
            <a:r>
              <a:rPr lang="en-US" dirty="0"/>
              <a:t> &lt;- </a:t>
            </a:r>
            <a:r>
              <a:rPr lang="en-US" dirty="0" err="1"/>
              <a:t>data.frame</a:t>
            </a:r>
            <a:r>
              <a:rPr lang="en-US" dirty="0"/>
              <a:t>(names=</a:t>
            </a:r>
            <a:r>
              <a:rPr lang="en-US" dirty="0" err="1"/>
              <a:t>smithposners</a:t>
            </a:r>
            <a:r>
              <a:rPr lang="en-US" dirty="0"/>
              <a:t>, </a:t>
            </a:r>
            <a:r>
              <a:rPr lang="en-US" dirty="0" err="1"/>
              <a:t>spv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ggplot</a:t>
            </a:r>
            <a:r>
              <a:rPr lang="en-US" dirty="0"/>
              <a:t>(</a:t>
            </a:r>
            <a:r>
              <a:rPr lang="en-US" dirty="0" err="1"/>
              <a:t>sps</a:t>
            </a:r>
            <a:r>
              <a:rPr lang="en-US" dirty="0"/>
              <a:t>) + </a:t>
            </a:r>
            <a:r>
              <a:rPr lang="en-US" dirty="0" err="1"/>
              <a:t>geom_col</a:t>
            </a:r>
            <a:r>
              <a:rPr lang="en-US" dirty="0"/>
              <a:t>(</a:t>
            </a:r>
            <a:r>
              <a:rPr lang="en-US" dirty="0" err="1"/>
              <a:t>aes</a:t>
            </a:r>
            <a:r>
              <a:rPr lang="en-US" dirty="0"/>
              <a:t>(reorder(</a:t>
            </a:r>
            <a:r>
              <a:rPr lang="en-US" dirty="0" err="1"/>
              <a:t>names,desc</a:t>
            </a:r>
            <a:r>
              <a:rPr lang="en-US" dirty="0"/>
              <a:t>(</a:t>
            </a:r>
            <a:r>
              <a:rPr lang="en-US" dirty="0" err="1"/>
              <a:t>spv</a:t>
            </a:r>
            <a:r>
              <a:rPr lang="en-US" dirty="0"/>
              <a:t>)),</a:t>
            </a:r>
            <a:r>
              <a:rPr lang="en-US" dirty="0" err="1"/>
              <a:t>spv</a:t>
            </a:r>
            <a:r>
              <a:rPr lang="en-US" dirty="0"/>
              <a:t>), fill=“blue”)</a:t>
            </a:r>
          </a:p>
          <a:p>
            <a:pPr marL="0" indent="0">
              <a:buNone/>
            </a:pPr>
            <a:r>
              <a:rPr lang="en-US" dirty="0" err="1"/>
              <a:t>sps</a:t>
            </a:r>
            <a:r>
              <a:rPr lang="en-US" dirty="0"/>
              <a:t> &lt;- mutate(</a:t>
            </a:r>
            <a:r>
              <a:rPr lang="en-US" dirty="0" err="1"/>
              <a:t>sps</a:t>
            </a:r>
            <a:r>
              <a:rPr lang="en-US" dirty="0"/>
              <a:t>, </a:t>
            </a:r>
            <a:r>
              <a:rPr lang="en-US" dirty="0" err="1"/>
              <a:t>spvp</a:t>
            </a:r>
            <a:r>
              <a:rPr lang="en-US" dirty="0"/>
              <a:t> = </a:t>
            </a:r>
            <a:r>
              <a:rPr lang="en-US" dirty="0" err="1"/>
              <a:t>spv</a:t>
            </a:r>
            <a:r>
              <a:rPr lang="en-US" dirty="0"/>
              <a:t> / </a:t>
            </a:r>
            <a:r>
              <a:rPr lang="en-US" dirty="0" err="1"/>
              <a:t>str_length</a:t>
            </a:r>
            <a:r>
              <a:rPr lang="en-US" dirty="0"/>
              <a:t>(names))</a:t>
            </a:r>
          </a:p>
          <a:p>
            <a:pPr marL="0" indent="0">
              <a:buNone/>
            </a:pPr>
            <a:r>
              <a:rPr lang="en-US" dirty="0" err="1"/>
              <a:t>ggplot</a:t>
            </a:r>
            <a:r>
              <a:rPr lang="en-US" dirty="0"/>
              <a:t>(</a:t>
            </a:r>
            <a:r>
              <a:rPr lang="en-US" dirty="0" err="1"/>
              <a:t>sps</a:t>
            </a:r>
            <a:r>
              <a:rPr lang="en-US" dirty="0"/>
              <a:t>) + </a:t>
            </a:r>
            <a:r>
              <a:rPr lang="en-US" dirty="0" err="1"/>
              <a:t>geom_col</a:t>
            </a:r>
            <a:r>
              <a:rPr lang="en-US" dirty="0"/>
              <a:t>(</a:t>
            </a:r>
            <a:r>
              <a:rPr lang="en-US" dirty="0" err="1"/>
              <a:t>aes</a:t>
            </a:r>
            <a:r>
              <a:rPr lang="en-US" dirty="0"/>
              <a:t>(reorder(</a:t>
            </a:r>
            <a:r>
              <a:rPr lang="en-US" dirty="0" err="1"/>
              <a:t>names,desc</a:t>
            </a:r>
            <a:r>
              <a:rPr lang="en-US" dirty="0"/>
              <a:t>(</a:t>
            </a:r>
            <a:r>
              <a:rPr lang="en-US" dirty="0" err="1"/>
              <a:t>spvp</a:t>
            </a:r>
            <a:r>
              <a:rPr lang="en-US" dirty="0"/>
              <a:t>)),</a:t>
            </a:r>
            <a:r>
              <a:rPr lang="en-US" dirty="0" err="1"/>
              <a:t>spvp</a:t>
            </a:r>
            <a:r>
              <a:rPr lang="en-US" dirty="0"/>
              <a:t>), fill=“blue”)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951" y="7372719"/>
            <a:ext cx="6762377" cy="7940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8343825"/>
            <a:ext cx="4235669" cy="9318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401" y="5694872"/>
            <a:ext cx="10735077" cy="12909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45631" y="9275672"/>
            <a:ext cx="3385647" cy="85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8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6DDD30-CFF2-4290-B839-7EB840267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96770"/>
            <a:ext cx="17369121" cy="10719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8FFBBE-80DB-462F-9255-4992D2AD6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879" y="2996770"/>
            <a:ext cx="17369121" cy="1071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5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1A0B39-3CC7-45CC-A382-8BB694253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1" y="2743201"/>
            <a:ext cx="23945850" cy="10972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-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11304550" cy="6235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 err="1">
                <a:solidFill>
                  <a:schemeClr val="accent6"/>
                </a:solidFill>
              </a:rPr>
              <a:t>babynames</a:t>
            </a:r>
            <a:r>
              <a:rPr lang="en-US" sz="5400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filter(sex=="F",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   	</a:t>
            </a:r>
            <a:r>
              <a:rPr lang="en-US" sz="5400" dirty="0" err="1">
                <a:solidFill>
                  <a:schemeClr val="accent6"/>
                </a:solidFill>
              </a:rPr>
              <a:t>str_sub</a:t>
            </a:r>
            <a:r>
              <a:rPr lang="en-US" sz="5400" dirty="0">
                <a:solidFill>
                  <a:schemeClr val="accent6"/>
                </a:solidFill>
              </a:rPr>
              <a:t>(name,1,6)=="</a:t>
            </a:r>
            <a:r>
              <a:rPr lang="en-US" sz="5400" dirty="0" err="1">
                <a:solidFill>
                  <a:schemeClr val="accent6"/>
                </a:solidFill>
              </a:rPr>
              <a:t>Elizab</a:t>
            </a:r>
            <a:r>
              <a:rPr lang="en-US" sz="5400" dirty="0">
                <a:solidFill>
                  <a:schemeClr val="accent6"/>
                </a:solidFill>
              </a:rPr>
              <a:t>",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   	name != "Elizabeth") %&gt;% 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ggplot() + </a:t>
            </a:r>
            <a:r>
              <a:rPr lang="en-US" sz="5400" dirty="0" err="1">
                <a:solidFill>
                  <a:schemeClr val="accent6"/>
                </a:solidFill>
              </a:rPr>
              <a:t>geom_line</a:t>
            </a:r>
            <a:r>
              <a:rPr lang="en-US" sz="5400" dirty="0">
                <a:solidFill>
                  <a:schemeClr val="accent6"/>
                </a:solidFill>
              </a:rPr>
              <a:t>(</a:t>
            </a:r>
            <a:r>
              <a:rPr lang="en-US" sz="5400" dirty="0" err="1">
                <a:solidFill>
                  <a:schemeClr val="accent6"/>
                </a:solidFill>
              </a:rPr>
              <a:t>aes</a:t>
            </a:r>
            <a:r>
              <a:rPr lang="en-US" sz="5400" dirty="0">
                <a:solidFill>
                  <a:schemeClr val="accent6"/>
                </a:solidFill>
              </a:rPr>
              <a:t>(x=year,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	y=</a:t>
            </a:r>
            <a:r>
              <a:rPr lang="en-US" sz="5400" dirty="0" err="1">
                <a:solidFill>
                  <a:schemeClr val="accent6"/>
                </a:solidFill>
              </a:rPr>
              <a:t>n,color</a:t>
            </a:r>
            <a:r>
              <a:rPr lang="en-US" sz="5400" dirty="0">
                <a:solidFill>
                  <a:schemeClr val="accent6"/>
                </a:solidFill>
              </a:rPr>
              <a:t>=name))</a:t>
            </a:r>
          </a:p>
        </p:txBody>
      </p:sp>
    </p:spTree>
    <p:extLst>
      <p:ext uri="{BB962C8B-B14F-4D97-AF65-F5344CB8AC3E}">
        <p14:creationId xmlns:p14="http://schemas.microsoft.com/office/powerpoint/2010/main" val="75832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 f ii)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babynames</a:t>
            </a:r>
            <a:r>
              <a:rPr lang="en-US" dirty="0">
                <a:solidFill>
                  <a:schemeClr val="accent6"/>
                </a:solidFill>
              </a:rPr>
              <a:t> %&gt;%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filter(</a:t>
            </a:r>
            <a:r>
              <a:rPr lang="en-US" dirty="0" err="1">
                <a:solidFill>
                  <a:schemeClr val="accent6"/>
                </a:solidFill>
              </a:rPr>
              <a:t>str_detect</a:t>
            </a:r>
            <a:r>
              <a:rPr lang="en-US" dirty="0">
                <a:solidFill>
                  <a:schemeClr val="accent6"/>
                </a:solidFill>
              </a:rPr>
              <a:t>(name,"</a:t>
            </a:r>
            <a:r>
              <a:rPr lang="en-US" dirty="0" err="1">
                <a:solidFill>
                  <a:schemeClr val="accent6"/>
                </a:solidFill>
              </a:rPr>
              <a:t>liz</a:t>
            </a:r>
            <a:r>
              <a:rPr lang="en-US" dirty="0">
                <a:solidFill>
                  <a:schemeClr val="accent6"/>
                </a:solidFill>
              </a:rPr>
              <a:t>"))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count(name)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</a:t>
            </a:r>
            <a:r>
              <a:rPr lang="en-US" dirty="0" err="1">
                <a:solidFill>
                  <a:schemeClr val="accent6"/>
                </a:solidFill>
              </a:rPr>
              <a:t>nrow</a:t>
            </a:r>
            <a:r>
              <a:rPr lang="en-US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babynames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filter(</a:t>
            </a:r>
            <a:r>
              <a:rPr lang="en-US" dirty="0" err="1">
                <a:solidFill>
                  <a:schemeClr val="accent6"/>
                </a:solidFill>
              </a:rPr>
              <a:t>str_detect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rgbClr val="FFFF00"/>
                </a:solidFill>
              </a:rPr>
              <a:t>str_to_lower</a:t>
            </a:r>
            <a:r>
              <a:rPr lang="en-US" dirty="0">
                <a:solidFill>
                  <a:srgbClr val="FFFF00"/>
                </a:solidFill>
              </a:rPr>
              <a:t>(name)</a:t>
            </a:r>
            <a:r>
              <a:rPr lang="en-US" dirty="0">
                <a:solidFill>
                  <a:schemeClr val="accent6"/>
                </a:solidFill>
              </a:rPr>
              <a:t>,"</a:t>
            </a:r>
            <a:r>
              <a:rPr lang="en-US" dirty="0" err="1">
                <a:solidFill>
                  <a:schemeClr val="accent6"/>
                </a:solidFill>
              </a:rPr>
              <a:t>liz</a:t>
            </a:r>
            <a:r>
              <a:rPr lang="en-US" dirty="0">
                <a:solidFill>
                  <a:schemeClr val="accent6"/>
                </a:solidFill>
              </a:rPr>
              <a:t>"))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count(name)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</a:t>
            </a:r>
            <a:r>
              <a:rPr lang="en-US" dirty="0" err="1">
                <a:solidFill>
                  <a:schemeClr val="accent6"/>
                </a:solidFill>
              </a:rPr>
              <a:t>nrow</a:t>
            </a:r>
            <a:r>
              <a:rPr lang="en-US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6F163-E68B-49E0-857B-2D074652D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3765" y="4967037"/>
            <a:ext cx="2753835" cy="1320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4D24A3-42A0-4E0E-95D2-6C50B3EF2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9277" y="9531767"/>
            <a:ext cx="2713473" cy="13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5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0D66-88FB-4E46-1035-069C6260E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91E45D-5957-FAFE-3A4A-91FFCE46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1" y="9944100"/>
            <a:ext cx="11429999" cy="3771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BBD5E9-38CE-B213-CA62-838BCFD7F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660" y="314324"/>
            <a:ext cx="21031200" cy="2651126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Your Turn -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A21CB-035D-4CE5-D26C-E8DAEEC5B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120" y="2922905"/>
            <a:ext cx="22144000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 f iii)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babynames</a:t>
            </a:r>
            <a:r>
              <a:rPr lang="en-US" dirty="0">
                <a:solidFill>
                  <a:schemeClr val="accent6"/>
                </a:solidFill>
              </a:rPr>
              <a:t> %&gt;%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mutate(</a:t>
            </a:r>
            <a:r>
              <a:rPr lang="en-US" dirty="0" err="1">
                <a:solidFill>
                  <a:schemeClr val="accent6"/>
                </a:solidFill>
              </a:rPr>
              <a:t>michael_type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 err="1">
                <a:solidFill>
                  <a:schemeClr val="accent6"/>
                </a:solidFill>
              </a:rPr>
              <a:t>case_when</a:t>
            </a:r>
            <a:r>
              <a:rPr lang="en-US" dirty="0">
                <a:solidFill>
                  <a:schemeClr val="accent6"/>
                </a:solidFill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name=="Michael" &amp; sex=="M" ~ "</a:t>
            </a:r>
            <a:r>
              <a:rPr lang="en-US" dirty="0" err="1">
                <a:solidFill>
                  <a:schemeClr val="accent6"/>
                </a:solidFill>
              </a:rPr>
              <a:t>Michael_M</a:t>
            </a:r>
            <a:r>
              <a:rPr lang="en-US" dirty="0">
                <a:solidFill>
                  <a:schemeClr val="accent6"/>
                </a:solidFill>
              </a:rPr>
              <a:t>", 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name=="Michael" ~ "</a:t>
            </a:r>
            <a:r>
              <a:rPr lang="en-US" dirty="0" err="1">
                <a:solidFill>
                  <a:schemeClr val="accent6"/>
                </a:solidFill>
              </a:rPr>
              <a:t>Michael_F</a:t>
            </a:r>
            <a:r>
              <a:rPr lang="en-US" dirty="0">
                <a:solidFill>
                  <a:schemeClr val="accent6"/>
                </a:solidFill>
              </a:rPr>
              <a:t>", 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str_sub</a:t>
            </a:r>
            <a:r>
              <a:rPr lang="en-US" dirty="0">
                <a:solidFill>
                  <a:schemeClr val="accent6"/>
                </a:solidFill>
              </a:rPr>
              <a:t>(name,1,7) == "Michael" ~ "</a:t>
            </a:r>
            <a:r>
              <a:rPr lang="en-US" dirty="0" err="1">
                <a:solidFill>
                  <a:schemeClr val="accent6"/>
                </a:solidFill>
              </a:rPr>
              <a:t>Michael_Other</a:t>
            </a:r>
            <a:r>
              <a:rPr lang="en-US" dirty="0">
                <a:solidFill>
                  <a:schemeClr val="accent6"/>
                </a:solidFill>
              </a:rPr>
              <a:t>")) %&gt;%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 err="1">
                <a:solidFill>
                  <a:schemeClr val="accent6"/>
                </a:solidFill>
              </a:rPr>
              <a:t>group_by</a:t>
            </a:r>
            <a:r>
              <a:rPr lang="en-US" dirty="0">
                <a:solidFill>
                  <a:schemeClr val="accent6"/>
                </a:solidFill>
              </a:rPr>
              <a:t>(year, </a:t>
            </a:r>
            <a:r>
              <a:rPr lang="en-US" dirty="0" err="1">
                <a:solidFill>
                  <a:schemeClr val="accent6"/>
                </a:solidFill>
              </a:rPr>
              <a:t>michael_type</a:t>
            </a:r>
            <a:r>
              <a:rPr lang="en-US" dirty="0">
                <a:solidFill>
                  <a:schemeClr val="accent6"/>
                </a:solidFill>
              </a:rPr>
              <a:t>, sex) %&gt;%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summarize(total = sum(n),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	.groups = "drop") %&gt;%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</a:t>
            </a:r>
            <a:r>
              <a:rPr lang="en-US" dirty="0" err="1">
                <a:solidFill>
                  <a:schemeClr val="accent6"/>
                </a:solidFill>
              </a:rPr>
              <a:t>drop_na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michael_type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1305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8906D-35FA-6985-DBA5-5DD83DE7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7290-E37D-94E7-6960-AC1832DD8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Your Turn -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1A1B6-841E-7CF0-A00A-0982B4ADD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 f iii)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geom_line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aes</a:t>
            </a:r>
            <a:r>
              <a:rPr lang="en-US" dirty="0">
                <a:solidFill>
                  <a:schemeClr val="accent6"/>
                </a:solidFill>
              </a:rPr>
              <a:t>(x=</a:t>
            </a:r>
            <a:r>
              <a:rPr lang="en-US" dirty="0" err="1">
                <a:solidFill>
                  <a:schemeClr val="accent6"/>
                </a:solidFill>
              </a:rPr>
              <a:t>year,y</a:t>
            </a:r>
            <a:r>
              <a:rPr lang="en-US" dirty="0">
                <a:solidFill>
                  <a:schemeClr val="accent6"/>
                </a:solidFill>
              </a:rPr>
              <a:t>=</a:t>
            </a:r>
            <a:r>
              <a:rPr lang="en-US" dirty="0" err="1">
                <a:solidFill>
                  <a:schemeClr val="accent6"/>
                </a:solidFill>
              </a:rPr>
              <a:t>total,lty</a:t>
            </a:r>
            <a:r>
              <a:rPr lang="en-US" dirty="0">
                <a:solidFill>
                  <a:schemeClr val="accent6"/>
                </a:solidFill>
              </a:rPr>
              <a:t>=</a:t>
            </a:r>
            <a:r>
              <a:rPr lang="en-US" dirty="0" err="1">
                <a:solidFill>
                  <a:schemeClr val="accent6"/>
                </a:solidFill>
              </a:rPr>
              <a:t>sex,color</a:t>
            </a:r>
            <a:r>
              <a:rPr lang="en-US" dirty="0">
                <a:solidFill>
                  <a:schemeClr val="accent6"/>
                </a:solidFill>
              </a:rPr>
              <a:t>=</a:t>
            </a:r>
            <a:r>
              <a:rPr lang="en-US" dirty="0" err="1">
                <a:solidFill>
                  <a:schemeClr val="accent6"/>
                </a:solidFill>
              </a:rPr>
              <a:t>michael_type</a:t>
            </a:r>
            <a:r>
              <a:rPr lang="en-US" dirty="0">
                <a:solidFill>
                  <a:schemeClr val="accent6"/>
                </a:solidFill>
              </a:rPr>
              <a:t>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+  scale_y_log10(breaks = 10^(1:5), labels = paste0("10^",1:5))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E41A7-3432-5C0F-E6EF-4E7617197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61642"/>
            <a:ext cx="13213080" cy="8154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81588D-82DC-364F-F682-E5C530C14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0920" y="5561642"/>
            <a:ext cx="13213080" cy="815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6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723" y="0"/>
            <a:ext cx="14063785" cy="1385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71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999" y="3651250"/>
            <a:ext cx="21608541" cy="8702676"/>
          </a:xfrm>
        </p:spPr>
        <p:txBody>
          <a:bodyPr/>
          <a:lstStyle/>
          <a:p>
            <a:r>
              <a:rPr lang="en-US" dirty="0"/>
              <a:t>Download Villanova’s Mission Statement text file from website</a:t>
            </a:r>
          </a:p>
          <a:p>
            <a:pPr lvl="1"/>
            <a:r>
              <a:rPr lang="en-US" dirty="0"/>
              <a:t>It matters whether you save it as an html file or text file</a:t>
            </a:r>
          </a:p>
          <a:p>
            <a:pPr lvl="1"/>
            <a:r>
              <a:rPr lang="en-US" dirty="0"/>
              <a:t>Original is at </a:t>
            </a:r>
            <a:r>
              <a:rPr lang="en-US" dirty="0">
                <a:hlinkClick r:id="rId3"/>
              </a:rPr>
              <a:t>https://www1.villanova.edu/villanova/president/about_university/mission.html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 copied it to Word and saved it as a text file… (with more skill, you can remove all the hypertext codes)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mission &lt;- </a:t>
            </a:r>
            <a:r>
              <a:rPr lang="en-US" dirty="0" err="1">
                <a:solidFill>
                  <a:schemeClr val="accent6"/>
                </a:solidFill>
              </a:rPr>
              <a:t>read_file</a:t>
            </a:r>
            <a:r>
              <a:rPr lang="en-US" dirty="0">
                <a:solidFill>
                  <a:schemeClr val="accent6"/>
                </a:solidFill>
              </a:rPr>
              <a:t>("Villanova Mission Statement.txt")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86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Tokenization (Parsing the File by Word)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999" y="3651250"/>
            <a:ext cx="21929299" cy="87026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mission %&gt;% </a:t>
            </a:r>
            <a:r>
              <a:rPr lang="en-US" dirty="0" err="1">
                <a:solidFill>
                  <a:schemeClr val="accent5"/>
                </a:solidFill>
              </a:rPr>
              <a:t>str_split</a:t>
            </a:r>
            <a:r>
              <a:rPr lang="en-US" dirty="0">
                <a:solidFill>
                  <a:schemeClr val="accent5"/>
                </a:solidFill>
              </a:rPr>
              <a:t>(" ")  </a:t>
            </a:r>
            <a:r>
              <a:rPr lang="en-US" dirty="0">
                <a:solidFill>
                  <a:schemeClr val="tx1"/>
                </a:solidFill>
              </a:rPr>
              <a:t># split on each space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mission %&gt;% </a:t>
            </a:r>
            <a:r>
              <a:rPr lang="en-US" dirty="0" err="1">
                <a:solidFill>
                  <a:schemeClr val="accent5"/>
                </a:solidFill>
              </a:rPr>
              <a:t>str_split</a:t>
            </a:r>
            <a:r>
              <a:rPr lang="en-US" dirty="0">
                <a:solidFill>
                  <a:schemeClr val="accent5"/>
                </a:solidFill>
              </a:rPr>
              <a:t>("\\s+") </a:t>
            </a:r>
            <a:r>
              <a:rPr lang="en-US" dirty="0">
                <a:solidFill>
                  <a:schemeClr val="tx1"/>
                </a:solidFill>
              </a:rPr>
              <a:t># split on 1+ space, incl \n and \r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38197-DE4B-40EE-94A8-DB1D89C63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409" y="4571046"/>
            <a:ext cx="19316890" cy="307239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E3A3B5B-408D-4EBA-9ACA-FBA0930A6256}"/>
              </a:ext>
            </a:extLst>
          </p:cNvPr>
          <p:cNvSpPr/>
          <p:nvPr/>
        </p:nvSpPr>
        <p:spPr>
          <a:xfrm>
            <a:off x="12776624" y="5008307"/>
            <a:ext cx="1628489" cy="5627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B7F1E1-402C-48F4-952F-A39EE8B2D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409" y="9017472"/>
            <a:ext cx="18782843" cy="317934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D16F606-2BA2-4BC0-B7C6-C5BB053AF7A1}"/>
              </a:ext>
            </a:extLst>
          </p:cNvPr>
          <p:cNvSpPr/>
          <p:nvPr/>
        </p:nvSpPr>
        <p:spPr>
          <a:xfrm>
            <a:off x="4617528" y="9154623"/>
            <a:ext cx="1628489" cy="5627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5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Tokenization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999" y="3651250"/>
            <a:ext cx="22144001" cy="87026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mission %&gt;% </a:t>
            </a:r>
            <a:r>
              <a:rPr lang="en-US" dirty="0" err="1">
                <a:solidFill>
                  <a:schemeClr val="accent6"/>
                </a:solidFill>
              </a:rPr>
              <a:t>str_split</a:t>
            </a:r>
            <a:r>
              <a:rPr lang="en-US" dirty="0">
                <a:solidFill>
                  <a:schemeClr val="accent6"/>
                </a:solidFill>
              </a:rPr>
              <a:t>("\\s+") </a:t>
            </a:r>
            <a:r>
              <a:rPr lang="en-US" dirty="0">
                <a:solidFill>
                  <a:schemeClr val="accent5"/>
                </a:solidFill>
              </a:rPr>
              <a:t>%&gt;% .[[1]]</a:t>
            </a:r>
            <a:r>
              <a:rPr lang="en-US" dirty="0">
                <a:solidFill>
                  <a:schemeClr val="accent6"/>
                </a:solidFill>
              </a:rPr>
              <a:t>    </a:t>
            </a:r>
            <a:r>
              <a:rPr lang="en-US" dirty="0">
                <a:solidFill>
                  <a:schemeClr val="tx1"/>
                </a:solidFill>
              </a:rPr>
              <a:t># first item in list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mission %&gt;% </a:t>
            </a:r>
            <a:r>
              <a:rPr lang="en-US" dirty="0" err="1">
                <a:solidFill>
                  <a:schemeClr val="accent6"/>
                </a:solidFill>
              </a:rPr>
              <a:t>str_split</a:t>
            </a:r>
            <a:r>
              <a:rPr lang="en-US" dirty="0">
                <a:solidFill>
                  <a:schemeClr val="accent6"/>
                </a:solidFill>
              </a:rPr>
              <a:t>("\\s+") </a:t>
            </a:r>
            <a:r>
              <a:rPr lang="en-US" dirty="0">
                <a:solidFill>
                  <a:schemeClr val="accent5"/>
                </a:solidFill>
              </a:rPr>
              <a:t>%&gt;% </a:t>
            </a:r>
            <a:r>
              <a:rPr lang="en-US" dirty="0" err="1">
                <a:solidFill>
                  <a:schemeClr val="accent5"/>
                </a:solidFill>
              </a:rPr>
              <a:t>unlist</a:t>
            </a:r>
            <a:r>
              <a:rPr lang="en-US" dirty="0">
                <a:solidFill>
                  <a:schemeClr val="accent5"/>
                </a:solidFill>
              </a:rPr>
              <a:t>()</a:t>
            </a: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</a:rPr>
              <a:t># </a:t>
            </a:r>
            <a:r>
              <a:rPr lang="en-US" dirty="0" err="1">
                <a:solidFill>
                  <a:schemeClr val="tx1"/>
                </a:solidFill>
              </a:rPr>
              <a:t>unlists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data.frame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6000" dirty="0">
                <a:solidFill>
                  <a:schemeClr val="accent6"/>
                </a:solidFill>
              </a:rPr>
              <a:t>mission %&gt;% </a:t>
            </a:r>
            <a:r>
              <a:rPr lang="en-US" sz="6000" dirty="0" err="1">
                <a:solidFill>
                  <a:schemeClr val="accent5"/>
                </a:solidFill>
              </a:rPr>
              <a:t>str_remove_all</a:t>
            </a:r>
            <a:r>
              <a:rPr lang="en-US" sz="6000" dirty="0">
                <a:solidFill>
                  <a:schemeClr val="accent5"/>
                </a:solidFill>
              </a:rPr>
              <a:t>("[[:</a:t>
            </a:r>
            <a:r>
              <a:rPr lang="en-US" sz="6000" dirty="0" err="1">
                <a:solidFill>
                  <a:schemeClr val="accent5"/>
                </a:solidFill>
              </a:rPr>
              <a:t>punct</a:t>
            </a:r>
            <a:r>
              <a:rPr lang="en-US" sz="6000" dirty="0">
                <a:solidFill>
                  <a:schemeClr val="accent5"/>
                </a:solidFill>
              </a:rPr>
              <a:t>:]]") %&gt;% </a:t>
            </a:r>
          </a:p>
          <a:p>
            <a:pPr marL="0" indent="0">
              <a:buNone/>
            </a:pPr>
            <a:r>
              <a:rPr lang="en-US" sz="6000" dirty="0">
                <a:solidFill>
                  <a:schemeClr val="accent5"/>
                </a:solidFill>
              </a:rPr>
              <a:t>	</a:t>
            </a:r>
            <a:r>
              <a:rPr lang="en-US" sz="6000" dirty="0" err="1">
                <a:solidFill>
                  <a:schemeClr val="accent6"/>
                </a:solidFill>
              </a:rPr>
              <a:t>str_split</a:t>
            </a:r>
            <a:r>
              <a:rPr lang="en-US" sz="6000" dirty="0">
                <a:solidFill>
                  <a:schemeClr val="accent6"/>
                </a:solidFill>
              </a:rPr>
              <a:t>("\\s+") %&gt;% </a:t>
            </a:r>
            <a:r>
              <a:rPr lang="en-US" sz="6000" dirty="0" err="1">
                <a:solidFill>
                  <a:schemeClr val="accent6"/>
                </a:solidFill>
              </a:rPr>
              <a:t>unlist</a:t>
            </a:r>
            <a:r>
              <a:rPr lang="en-US" sz="6000" dirty="0">
                <a:solidFill>
                  <a:schemeClr val="accent6"/>
                </a:solidFill>
              </a:rPr>
              <a:t>() </a:t>
            </a:r>
            <a:r>
              <a:rPr lang="en-US" sz="6000" dirty="0">
                <a:solidFill>
                  <a:schemeClr val="accent5"/>
                </a:solidFill>
              </a:rPr>
              <a:t>%&gt;% 	</a:t>
            </a:r>
            <a:r>
              <a:rPr lang="en-US" sz="6000" dirty="0" err="1">
                <a:solidFill>
                  <a:schemeClr val="accent5"/>
                </a:solidFill>
              </a:rPr>
              <a:t>str_to_lower</a:t>
            </a:r>
            <a:r>
              <a:rPr lang="en-US" sz="6000" dirty="0">
                <a:solidFill>
                  <a:schemeClr val="accent5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3435E-6A2E-4877-A6F2-EDB2D61D3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900" y="5792127"/>
            <a:ext cx="20631086" cy="271576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3CF04F0-25B8-44A3-859C-D119C9787362}"/>
              </a:ext>
            </a:extLst>
          </p:cNvPr>
          <p:cNvSpPr/>
          <p:nvPr/>
        </p:nvSpPr>
        <p:spPr>
          <a:xfrm>
            <a:off x="17115183" y="6255536"/>
            <a:ext cx="987286" cy="5627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FCF6D5-081D-4EB5-9083-802A27BB8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900" y="10920625"/>
            <a:ext cx="20631086" cy="226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9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999" y="3651250"/>
            <a:ext cx="22144001" cy="9644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missionwords</a:t>
            </a:r>
            <a:r>
              <a:rPr lang="en-US" dirty="0">
                <a:solidFill>
                  <a:schemeClr val="accent6"/>
                </a:solidFill>
              </a:rPr>
              <a:t> &lt;- mission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str_remove_all</a:t>
            </a:r>
            <a:r>
              <a:rPr lang="en-US" dirty="0">
                <a:solidFill>
                  <a:schemeClr val="accent6"/>
                </a:solidFill>
              </a:rPr>
              <a:t>("[[:</a:t>
            </a:r>
            <a:r>
              <a:rPr lang="en-US" dirty="0" err="1">
                <a:solidFill>
                  <a:schemeClr val="accent6"/>
                </a:solidFill>
              </a:rPr>
              <a:t>punct</a:t>
            </a:r>
            <a:r>
              <a:rPr lang="en-US" dirty="0">
                <a:solidFill>
                  <a:schemeClr val="accent6"/>
                </a:solidFill>
              </a:rPr>
              <a:t>:]]") %&gt;% 	</a:t>
            </a:r>
            <a:r>
              <a:rPr lang="en-US" dirty="0">
                <a:solidFill>
                  <a:schemeClr val="tx1"/>
                </a:solidFill>
              </a:rPr>
              <a:t># remove punctuation*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str_split</a:t>
            </a:r>
            <a:r>
              <a:rPr lang="en-US" dirty="0">
                <a:solidFill>
                  <a:schemeClr val="accent6"/>
                </a:solidFill>
              </a:rPr>
              <a:t>("\\s+") %&gt;% 			</a:t>
            </a:r>
            <a:r>
              <a:rPr lang="en-US" dirty="0">
                <a:solidFill>
                  <a:schemeClr val="tx1"/>
                </a:solidFill>
              </a:rPr>
              <a:t># splits on spaces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unlist</a:t>
            </a:r>
            <a:r>
              <a:rPr lang="en-US" dirty="0">
                <a:solidFill>
                  <a:schemeClr val="accent6"/>
                </a:solidFill>
              </a:rPr>
              <a:t>() %&gt;% 				</a:t>
            </a:r>
            <a:r>
              <a:rPr lang="en-US" dirty="0">
                <a:solidFill>
                  <a:schemeClr val="tx1"/>
                </a:solidFill>
              </a:rPr>
              <a:t># make into </a:t>
            </a:r>
            <a:r>
              <a:rPr lang="en-US" dirty="0" err="1">
                <a:solidFill>
                  <a:schemeClr val="tx1"/>
                </a:solidFill>
              </a:rPr>
              <a:t>data.frame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str_to_lower</a:t>
            </a:r>
            <a:r>
              <a:rPr lang="en-US" dirty="0">
                <a:solidFill>
                  <a:schemeClr val="accent6"/>
                </a:solidFill>
              </a:rPr>
              <a:t>() %&gt;%			</a:t>
            </a:r>
            <a:r>
              <a:rPr lang="en-US" dirty="0">
                <a:solidFill>
                  <a:schemeClr val="tx1"/>
                </a:solidFill>
              </a:rPr>
              <a:t># makes lower case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chemeClr val="accent6"/>
                </a:solidFill>
              </a:rPr>
              <a:t>data.frame</a:t>
            </a:r>
            <a:r>
              <a:rPr lang="en-US" dirty="0">
                <a:solidFill>
                  <a:schemeClr val="accent6"/>
                </a:solidFill>
              </a:rPr>
              <a:t>(words=.)		</a:t>
            </a:r>
            <a:r>
              <a:rPr lang="en-US" dirty="0">
                <a:solidFill>
                  <a:schemeClr val="tx1"/>
                </a:solidFill>
              </a:rPr>
              <a:t> 	# add this to make </a:t>
            </a:r>
            <a:r>
              <a:rPr lang="en-US" dirty="0" err="1">
                <a:solidFill>
                  <a:schemeClr val="tx1"/>
                </a:solidFill>
              </a:rPr>
              <a:t>data.frame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chemeClr val="accent2"/>
                </a:solidFill>
              </a:rPr>
              <a:t>* different result if you put this before </a:t>
            </a:r>
            <a:r>
              <a:rPr lang="en-US" dirty="0" err="1">
                <a:solidFill>
                  <a:schemeClr val="accent2"/>
                </a:solidFill>
              </a:rPr>
              <a:t>unlist</a:t>
            </a:r>
            <a:r>
              <a:rPr lang="en-US" dirty="0">
                <a:solidFill>
                  <a:schemeClr val="accent2"/>
                </a:solidFill>
              </a:rPr>
              <a:t>.  Why?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missionwords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  <a:r>
              <a:rPr lang="en-US" dirty="0" err="1">
                <a:solidFill>
                  <a:schemeClr val="accent6"/>
                </a:solidFill>
              </a:rPr>
              <a:t>nrow</a:t>
            </a:r>
            <a:r>
              <a:rPr lang="en-US" dirty="0">
                <a:solidFill>
                  <a:schemeClr val="accent6"/>
                </a:solidFill>
              </a:rPr>
              <a:t>()</a:t>
            </a:r>
            <a:endParaRPr lang="en-US" sz="6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missionwords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  <a:r>
              <a:rPr lang="en-US" dirty="0" err="1">
                <a:solidFill>
                  <a:schemeClr val="accent6"/>
                </a:solidFill>
              </a:rPr>
              <a:t>n_distinct</a:t>
            </a:r>
            <a:r>
              <a:rPr lang="en-US" dirty="0">
                <a:solidFill>
                  <a:schemeClr val="accent6"/>
                </a:solidFill>
              </a:rPr>
              <a:t>(words)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FFF74A-3AAF-4DD8-A11E-AC58DFD95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989" y="10716856"/>
            <a:ext cx="2142470" cy="9776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C40D31-48E0-442C-9161-52FF3BFA9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9296" y="11779536"/>
            <a:ext cx="2503687" cy="977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2A615D-38AC-407B-834C-CA5E145F1A3A}"/>
              </a:ext>
            </a:extLst>
          </p:cNvPr>
          <p:cNvSpPr txBox="1"/>
          <p:nvPr/>
        </p:nvSpPr>
        <p:spPr>
          <a:xfrm>
            <a:off x="16708420" y="10716856"/>
            <a:ext cx="767558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Technically, “tokenizing” then assigns each word to a number</a:t>
            </a:r>
          </a:p>
        </p:txBody>
      </p:sp>
    </p:spTree>
    <p:extLst>
      <p:ext uri="{BB962C8B-B14F-4D97-AF65-F5344CB8AC3E}">
        <p14:creationId xmlns:p14="http://schemas.microsoft.com/office/powerpoint/2010/main" val="211086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E06C-F1F8-4A84-83BB-0DC6943FC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Totals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F5E69-89CD-45F9-82CD-9168FBB92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missionwords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count(words)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arrange(desc(n))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A45F5-ECA7-4CF0-AE9B-A932B338F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287" y="6594133"/>
            <a:ext cx="9946472" cy="551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0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Stopwords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library(tm)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stopwords</a:t>
            </a:r>
            <a:r>
              <a:rPr lang="en-US" dirty="0">
                <a:solidFill>
                  <a:schemeClr val="accent6"/>
                </a:solidFill>
              </a:rPr>
              <a:t>("</a:t>
            </a:r>
            <a:r>
              <a:rPr lang="en-US" dirty="0" err="1">
                <a:solidFill>
                  <a:schemeClr val="accent6"/>
                </a:solidFill>
              </a:rPr>
              <a:t>english</a:t>
            </a:r>
            <a:r>
              <a:rPr lang="en-US" dirty="0">
                <a:solidFill>
                  <a:schemeClr val="accent6"/>
                </a:solidFill>
              </a:rPr>
              <a:t>")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994" y="6769100"/>
            <a:ext cx="22378834" cy="631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1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</a:t>
            </a:r>
            <a:r>
              <a:rPr lang="en-US" dirty="0" err="1"/>
              <a:t>Stopwords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missionwords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filter(words %in% </a:t>
            </a:r>
            <a:r>
              <a:rPr lang="en-US" dirty="0" err="1">
                <a:solidFill>
                  <a:schemeClr val="accent6"/>
                </a:solidFill>
              </a:rPr>
              <a:t>stopwords</a:t>
            </a:r>
            <a:r>
              <a:rPr lang="en-US" dirty="0">
                <a:solidFill>
                  <a:schemeClr val="accent6"/>
                </a:solidFill>
              </a:rPr>
              <a:t>("</a:t>
            </a:r>
            <a:r>
              <a:rPr lang="en-US" dirty="0" err="1">
                <a:solidFill>
                  <a:schemeClr val="accent6"/>
                </a:solidFill>
              </a:rPr>
              <a:t>english</a:t>
            </a:r>
            <a:r>
              <a:rPr lang="en-US" dirty="0">
                <a:solidFill>
                  <a:schemeClr val="accent6"/>
                </a:solidFill>
              </a:rPr>
              <a:t>") == F)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count(words)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arrange(desc(n))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EADB6-36EC-433B-AB87-2940A5CBF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146" y="6151627"/>
            <a:ext cx="12780193" cy="683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66151-B029-4E45-9C8B-B3D9A210B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of Mission Statement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606F9-1D13-4D05-879F-7309AB9FC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missionwords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filter(words %in% </a:t>
            </a:r>
            <a:r>
              <a:rPr lang="en-US" dirty="0" err="1">
                <a:solidFill>
                  <a:schemeClr val="accent6"/>
                </a:solidFill>
              </a:rPr>
              <a:t>stopwords</a:t>
            </a:r>
            <a:r>
              <a:rPr lang="en-US" dirty="0">
                <a:solidFill>
                  <a:schemeClr val="accent6"/>
                </a:solidFill>
              </a:rPr>
              <a:t>("</a:t>
            </a:r>
            <a:r>
              <a:rPr lang="en-US" dirty="0" err="1">
                <a:solidFill>
                  <a:schemeClr val="accent6"/>
                </a:solidFill>
              </a:rPr>
              <a:t>english</a:t>
            </a:r>
            <a:r>
              <a:rPr lang="en-US" dirty="0">
                <a:solidFill>
                  <a:schemeClr val="accent6"/>
                </a:solidFill>
              </a:rPr>
              <a:t>") == F)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count(words)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arrange(desc(n))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filter(n&gt;=3) %&gt;%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 err="1">
                <a:solidFill>
                  <a:schemeClr val="accent6"/>
                </a:solidFill>
              </a:rPr>
              <a:t>ggplot</a:t>
            </a:r>
            <a:r>
              <a:rPr lang="en-US" dirty="0">
                <a:solidFill>
                  <a:schemeClr val="accent6"/>
                </a:solidFill>
              </a:rPr>
              <a:t>()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 err="1">
                <a:solidFill>
                  <a:schemeClr val="accent6"/>
                </a:solidFill>
              </a:rPr>
              <a:t>geom_col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aes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words,n</a:t>
            </a:r>
            <a:r>
              <a:rPr lang="en-US" dirty="0">
                <a:solidFill>
                  <a:schemeClr val="accent6"/>
                </a:solidFill>
              </a:rPr>
              <a:t>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7FF41-B608-41B9-9C71-EF8726515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9789" y="5918887"/>
            <a:ext cx="12634211" cy="779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26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66151-B029-4E45-9C8B-B3D9A210B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of Mission Statement Words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606F9-1D13-4D05-879F-7309AB9FC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00" y="3651250"/>
            <a:ext cx="21732108" cy="98423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missionwords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filter(words %in% </a:t>
            </a:r>
            <a:r>
              <a:rPr lang="en-US" dirty="0" err="1">
                <a:solidFill>
                  <a:schemeClr val="accent6"/>
                </a:solidFill>
              </a:rPr>
              <a:t>stopwords</a:t>
            </a:r>
            <a:r>
              <a:rPr lang="en-US" dirty="0">
                <a:solidFill>
                  <a:schemeClr val="accent6"/>
                </a:solidFill>
              </a:rPr>
              <a:t>("</a:t>
            </a:r>
            <a:r>
              <a:rPr lang="en-US" dirty="0" err="1">
                <a:solidFill>
                  <a:schemeClr val="accent6"/>
                </a:solidFill>
              </a:rPr>
              <a:t>english</a:t>
            </a:r>
            <a:r>
              <a:rPr lang="en-US" dirty="0">
                <a:solidFill>
                  <a:schemeClr val="accent6"/>
                </a:solidFill>
              </a:rPr>
              <a:t>") == F)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count(words)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arrange(desc(n))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filter(n&gt;=3) %&gt;%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 err="1">
                <a:solidFill>
                  <a:schemeClr val="accent6"/>
                </a:solidFill>
              </a:rPr>
              <a:t>ggplot</a:t>
            </a:r>
            <a:r>
              <a:rPr lang="en-US" dirty="0">
                <a:solidFill>
                  <a:schemeClr val="accent6"/>
                </a:solidFill>
              </a:rPr>
              <a:t>()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 err="1">
                <a:solidFill>
                  <a:schemeClr val="accent6"/>
                </a:solidFill>
              </a:rPr>
              <a:t>geom_col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aes</a:t>
            </a:r>
            <a:r>
              <a:rPr lang="en-US" dirty="0">
                <a:solidFill>
                  <a:schemeClr val="accent6"/>
                </a:solidFill>
              </a:rPr>
              <a:t>(reorder(</a:t>
            </a:r>
            <a:r>
              <a:rPr lang="en-US" dirty="0" err="1">
                <a:solidFill>
                  <a:schemeClr val="accent6"/>
                </a:solidFill>
              </a:rPr>
              <a:t>words,n</a:t>
            </a:r>
            <a:r>
              <a:rPr lang="en-US" dirty="0">
                <a:solidFill>
                  <a:schemeClr val="accent6"/>
                </a:solidFill>
              </a:rPr>
              <a:t>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n,fill</a:t>
            </a:r>
            <a:r>
              <a:rPr lang="en-US" dirty="0">
                <a:solidFill>
                  <a:schemeClr val="accent6"/>
                </a:solidFill>
              </a:rPr>
              <a:t>=n))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 err="1">
                <a:solidFill>
                  <a:schemeClr val="accent6"/>
                </a:solidFill>
              </a:rPr>
              <a:t>coord_flip</a:t>
            </a:r>
            <a:r>
              <a:rPr lang="en-US" dirty="0">
                <a:solidFill>
                  <a:schemeClr val="accent6"/>
                </a:solidFill>
              </a:rPr>
              <a:t>()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labs(y="word", x="</a:t>
            </a:r>
            <a:r>
              <a:rPr lang="en-US" dirty="0" err="1">
                <a:solidFill>
                  <a:schemeClr val="accent6"/>
                </a:solidFill>
              </a:rPr>
              <a:t>freq</a:t>
            </a:r>
            <a:r>
              <a:rPr lang="en-US" dirty="0">
                <a:solidFill>
                  <a:schemeClr val="accent6"/>
                </a:solidFill>
              </a:rPr>
              <a:t>") +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guides(fill=F)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67C8F-3065-4B81-B1CA-E08E4D40A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511" y="5239265"/>
            <a:ext cx="12928490" cy="847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8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EBEA-6120-4FA8-8110-C4F8C9365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Wordcloud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B8B9D-86F5-410A-918C-8D6DC2E25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There’s a package for that…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wordcloud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missionwords$words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C54F0-D8A9-40EA-9FD2-7528BA2F3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000" y="5639115"/>
            <a:ext cx="12909384" cy="7966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A0F42B-5EA7-4F7F-9503-575909E85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9917" y="11788347"/>
            <a:ext cx="12424084" cy="162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71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4433-0767-4D72-B327-65121903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Wordcloud</a:t>
            </a:r>
            <a:r>
              <a:rPr lang="en-US" dirty="0"/>
              <a:t>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15FAB-8A31-475C-A7B9-7864397C2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00" y="2842054"/>
            <a:ext cx="20467600" cy="1070095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wordcloud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missionwords$words</a:t>
            </a:r>
            <a:r>
              <a:rPr lang="en-US" dirty="0">
                <a:solidFill>
                  <a:schemeClr val="accent6"/>
                </a:solidFill>
              </a:rPr>
              <a:t>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min.freq</a:t>
            </a:r>
            <a:r>
              <a:rPr lang="en-US" dirty="0">
                <a:solidFill>
                  <a:schemeClr val="accent6"/>
                </a:solidFill>
              </a:rPr>
              <a:t>=4, colors=1:4, </a:t>
            </a:r>
            <a:r>
              <a:rPr lang="en-US" dirty="0" err="1">
                <a:solidFill>
                  <a:schemeClr val="accent6"/>
                </a:solidFill>
              </a:rPr>
              <a:t>random.order</a:t>
            </a:r>
            <a:r>
              <a:rPr lang="en-US" dirty="0">
                <a:solidFill>
                  <a:schemeClr val="accent6"/>
                </a:solidFill>
              </a:rPr>
              <a:t>=F)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5EAE3C-F5A0-4013-83D8-CD5E8268C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201" y="5072706"/>
            <a:ext cx="14050761" cy="867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0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5C85-0E67-48B4-BCEE-C781D299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Topics in Text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813CE-A789-4703-9A0E-EE9271F0D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Emotion and Sentiment Classification</a:t>
            </a:r>
          </a:p>
          <a:p>
            <a:r>
              <a:rPr lang="en-US" dirty="0"/>
              <a:t>Natural Language Processing (NLP)</a:t>
            </a:r>
          </a:p>
          <a:p>
            <a:r>
              <a:rPr lang="en-US" dirty="0"/>
              <a:t>Corpora – see </a:t>
            </a:r>
            <a:r>
              <a:rPr lang="en-US" dirty="0">
                <a:solidFill>
                  <a:schemeClr val="accent6"/>
                </a:solidFill>
              </a:rPr>
              <a:t>tm</a:t>
            </a:r>
            <a:r>
              <a:rPr lang="en-US" dirty="0"/>
              <a:t> package</a:t>
            </a:r>
          </a:p>
          <a:p>
            <a:r>
              <a:rPr lang="en-US" dirty="0"/>
              <a:t>Statistics for Text Mining</a:t>
            </a:r>
          </a:p>
        </p:txBody>
      </p:sp>
    </p:spTree>
    <p:extLst>
      <p:ext uri="{BB962C8B-B14F-4D97-AF65-F5344CB8AC3E}">
        <p14:creationId xmlns:p14="http://schemas.microsoft.com/office/powerpoint/2010/main" val="1577630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5AC5-9E2B-4A31-9C4A-98B7270AF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with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33B25-69C3-42ED-9871-1A299D2C1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>
                <a:hlinkClick r:id="rId2"/>
              </a:rPr>
              <a:t>gutenbergr</a:t>
            </a:r>
            <a:r>
              <a:rPr lang="en-US" dirty="0">
                <a:hlinkClick r:id="rId2"/>
              </a:rPr>
              <a:t> package</a:t>
            </a:r>
            <a:r>
              <a:rPr lang="en-US" dirty="0"/>
              <a:t> links to data from the </a:t>
            </a:r>
            <a:r>
              <a:rPr lang="en-US" dirty="0">
                <a:hlinkClick r:id="rId3"/>
              </a:rPr>
              <a:t>Gutenberg Project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914400" indent="-914400">
              <a:buAutoNum type="arabicParenR"/>
            </a:pPr>
            <a:r>
              <a:rPr lang="en-US" dirty="0"/>
              <a:t>Choose a topic to explore</a:t>
            </a:r>
          </a:p>
          <a:p>
            <a:pPr marL="914400" indent="-914400">
              <a:buAutoNum type="arabicParenR"/>
            </a:pPr>
            <a:r>
              <a:rPr lang="en-US" dirty="0"/>
              <a:t>Create an indicator variable if it is mentioned in the title</a:t>
            </a:r>
          </a:p>
          <a:p>
            <a:pPr marL="914400" indent="-914400">
              <a:buAutoNum type="arabicParenR"/>
            </a:pPr>
            <a:r>
              <a:rPr lang="en-US" dirty="0"/>
              <a:t>Explore it further…</a:t>
            </a:r>
          </a:p>
          <a:p>
            <a:pPr marL="914400" indent="-914400">
              <a:buAutoNum type="arabicParenR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59DED-A3A7-410B-9BF0-45B7A3897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5052" y="4567103"/>
            <a:ext cx="10264148" cy="477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83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E49D-73DA-4818-6C5B-D55164BE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600" y="228548"/>
            <a:ext cx="21031200" cy="2651126"/>
          </a:xfrm>
        </p:spPr>
        <p:txBody>
          <a:bodyPr/>
          <a:lstStyle/>
          <a:p>
            <a:r>
              <a:rPr lang="en-US" dirty="0"/>
              <a:t>janitor::</a:t>
            </a:r>
            <a:r>
              <a:rPr lang="en-US" dirty="0" err="1"/>
              <a:t>clean_names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30F1B-8549-7A2A-EA0B-C6F8AA28E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8200" y="2993071"/>
            <a:ext cx="20467600" cy="87026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Changes all variable names to valid R names with common format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2CC47-7334-E641-5AAB-3E4931B21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0989"/>
            <a:ext cx="17099925" cy="2786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08AFC-558F-D4AC-589A-6CD34B153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5" y="8838234"/>
            <a:ext cx="17255396" cy="35156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1EBA3D-1A3C-E458-A271-E540CE3FF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3843" y="4974579"/>
            <a:ext cx="11267874" cy="38636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974715-BA43-F335-08E2-CC28E52A9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0091" y="9852342"/>
            <a:ext cx="10956035" cy="386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02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464823"/>
            <a:ext cx="24384000" cy="3282980"/>
          </a:xfrm>
        </p:spPr>
        <p:txBody>
          <a:bodyPr>
            <a:normAutofit/>
          </a:bodyPr>
          <a:lstStyle/>
          <a:p>
            <a:pPr algn="ctr"/>
            <a:r>
              <a:rPr lang="en-US" sz="18000" dirty="0">
                <a:solidFill>
                  <a:srgbClr val="FFFF00"/>
                </a:solidFill>
              </a:rPr>
              <a:t>On Shakespeare We Count</a:t>
            </a:r>
          </a:p>
        </p:txBody>
      </p:sp>
      <p:pic>
        <p:nvPicPr>
          <p:cNvPr id="3" name="Picture 2" descr="A collage of portraits of men&#10;&#10;Description automatically generated">
            <a:extLst>
              <a:ext uri="{FF2B5EF4-FFF2-40B4-BE49-F238E27FC236}">
                <a16:creationId xmlns:a16="http://schemas.microsoft.com/office/drawing/2014/main" id="{EC982AD7-8C05-EE94-DE9E-D87EB9954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432854" y="4155192"/>
            <a:ext cx="13518291" cy="8688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2954C9-695C-54BE-5920-B12351C63054}"/>
              </a:ext>
            </a:extLst>
          </p:cNvPr>
          <p:cNvSpPr txBox="1"/>
          <p:nvPr/>
        </p:nvSpPr>
        <p:spPr>
          <a:xfrm>
            <a:off x="8847438" y="13251177"/>
            <a:ext cx="61743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  <a:hlinkClick r:id="rId4" tooltip="https://en.wikiquote.org/wiki/William_Shakespeare_quotes_about_life"/>
              </a:rPr>
              <a:t>This Photo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</a:rPr>
              <a:t> by Unknown Author is licensed under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sym typeface="Gill Sans"/>
                <a:hlinkClick r:id="rId5" tooltip="https://creativecommons.org/licenses/by-sa/3.0/"/>
              </a:rPr>
              <a:t>CC BY-SA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5640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6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2EE550F33E924FBBAE883860C330DD" ma:contentTypeVersion="13" ma:contentTypeDescription="Create a new document." ma:contentTypeScope="" ma:versionID="da145d1bb288229b7e4ee7de0eb3b2b1">
  <xsd:schema xmlns:xsd="http://www.w3.org/2001/XMLSchema" xmlns:xs="http://www.w3.org/2001/XMLSchema" xmlns:p="http://schemas.microsoft.com/office/2006/metadata/properties" xmlns:ns3="1721d6eb-6254-487a-b05e-329e39e15b28" xmlns:ns4="3b5ff922-649d-4eb4-b4cb-9553a04848c8" targetNamespace="http://schemas.microsoft.com/office/2006/metadata/properties" ma:root="true" ma:fieldsID="00491b9e4c40bfc3b93ecb99d16ae4ec" ns3:_="" ns4:_="">
    <xsd:import namespace="1721d6eb-6254-487a-b05e-329e39e15b28"/>
    <xsd:import namespace="3b5ff922-649d-4eb4-b4cb-9553a04848c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1d6eb-6254-487a-b05e-329e39e15b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5ff922-649d-4eb4-b4cb-9553a04848c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FD03C3-E521-49E6-A27F-E692DE2BBD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08B612-3391-4B19-9AEE-16C7D0D2D542}">
  <ds:schemaRefs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3b5ff922-649d-4eb4-b4cb-9553a04848c8"/>
    <ds:schemaRef ds:uri="1721d6eb-6254-487a-b05e-329e39e15b28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39FFBA5-1695-402D-A438-D9E9014472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21d6eb-6254-487a-b05e-329e39e15b28"/>
    <ds:schemaRef ds:uri="3b5ff922-649d-4eb4-b4cb-9553a04848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7670</TotalTime>
  <Words>2353</Words>
  <Application>Microsoft Office PowerPoint</Application>
  <PresentationFormat>Custom</PresentationFormat>
  <Paragraphs>272</Paragraphs>
  <Slides>39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Corbel</vt:lpstr>
      <vt:lpstr>Gill Sans</vt:lpstr>
      <vt:lpstr>Lucida Grande</vt:lpstr>
      <vt:lpstr>Depth</vt:lpstr>
      <vt:lpstr>Data Wrangling Working with Strings</vt:lpstr>
      <vt:lpstr>Overview of Data Wrangling</vt:lpstr>
      <vt:lpstr>Working with Strings</vt:lpstr>
      <vt:lpstr>Reading in Character Strings from Files</vt:lpstr>
      <vt:lpstr>Changing the Case</vt:lpstr>
      <vt:lpstr>Substrings</vt:lpstr>
      <vt:lpstr>Find Character Strings</vt:lpstr>
      <vt:lpstr>Find Character Strings II</vt:lpstr>
      <vt:lpstr>Find and Replace</vt:lpstr>
      <vt:lpstr>Counting String Occurrence</vt:lpstr>
      <vt:lpstr>Paste (Concatenate)</vt:lpstr>
      <vt:lpstr>Using Paste in Titles</vt:lpstr>
      <vt:lpstr>Meta-characters</vt:lpstr>
      <vt:lpstr>Character Classes</vt:lpstr>
      <vt:lpstr>Anchor Sequences</vt:lpstr>
      <vt:lpstr>Quantifiers</vt:lpstr>
      <vt:lpstr>Your Turn</vt:lpstr>
      <vt:lpstr>Your Turn Solutions</vt:lpstr>
      <vt:lpstr>Your Turn Solutions</vt:lpstr>
      <vt:lpstr>Your Turn - Solutions</vt:lpstr>
      <vt:lpstr>Your Turn Solutions</vt:lpstr>
      <vt:lpstr>Your Turn - Solutions</vt:lpstr>
      <vt:lpstr>Your Turn - Solutions</vt:lpstr>
      <vt:lpstr>PowerPoint Presentation</vt:lpstr>
      <vt:lpstr>Working with Text</vt:lpstr>
      <vt:lpstr>Tokenization (Parsing the File by Word)</vt:lpstr>
      <vt:lpstr>Tokenization II</vt:lpstr>
      <vt:lpstr>Tokenization III</vt:lpstr>
      <vt:lpstr>Word Totals</vt:lpstr>
      <vt:lpstr>Stopwords</vt:lpstr>
      <vt:lpstr>Remove Stopwords</vt:lpstr>
      <vt:lpstr>Graph of Mission Statement Words</vt:lpstr>
      <vt:lpstr>Graph of Mission Statement Words II</vt:lpstr>
      <vt:lpstr>Wordcloud</vt:lpstr>
      <vt:lpstr>Wordcloud II</vt:lpstr>
      <vt:lpstr>Additional Topics in Text Mining</vt:lpstr>
      <vt:lpstr>Practice with Text</vt:lpstr>
      <vt:lpstr>janitor::clean_names()</vt:lpstr>
      <vt:lpstr>On Shakespeare We Count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Posner</dc:creator>
  <cp:lastModifiedBy>Michael Posner</cp:lastModifiedBy>
  <cp:revision>383</cp:revision>
  <cp:lastPrinted>2024-12-10T22:29:07Z</cp:lastPrinted>
  <dcterms:modified xsi:type="dcterms:W3CDTF">2024-12-10T22:29:13Z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0x010100162EE550F33E924FBBAE883860C330DD</vt:lpwstr>
  </property>
</Properties>
</file>