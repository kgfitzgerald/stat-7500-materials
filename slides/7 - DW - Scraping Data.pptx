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22.xml" ContentType="application/vnd.openxmlformats-officedocument.presentationml.tags+xml"/>
  <Override PartName="/ppt/notesSlides/notesSlide24.xml" ContentType="application/vnd.openxmlformats-officedocument.presentationml.notesSlide+xml"/>
  <Override PartName="/ppt/tags/tag23.xml" ContentType="application/vnd.openxmlformats-officedocument.presentationml.tags+xml"/>
  <Override PartName="/ppt/notesSlides/notesSlide25.xml" ContentType="application/vnd.openxmlformats-officedocument.presentationml.notesSlide+xml"/>
  <Override PartName="/ppt/tags/tag24.xml" ContentType="application/vnd.openxmlformats-officedocument.presentationml.tags+xml"/>
  <Override PartName="/ppt/notesSlides/notesSlide26.xml" ContentType="application/vnd.openxmlformats-officedocument.presentationml.notesSlide+xml"/>
  <Override PartName="/ppt/tags/tag25.xml" ContentType="application/vnd.openxmlformats-officedocument.presentationml.tags+xml"/>
  <Override PartName="/ppt/notesSlides/notesSlide27.xml" ContentType="application/vnd.openxmlformats-officedocument.presentationml.notesSlide+xml"/>
  <Override PartName="/ppt/tags/tag26.xml" ContentType="application/vnd.openxmlformats-officedocument.presentationml.tags+xml"/>
  <Override PartName="/ppt/notesSlides/notesSlide28.xml" ContentType="application/vnd.openxmlformats-officedocument.presentationml.notesSlide+xml"/>
  <Override PartName="/ppt/tags/tag27.xml" ContentType="application/vnd.openxmlformats-officedocument.presentationml.tags+xml"/>
  <Override PartName="/ppt/notesSlides/notesSlide29.xml" ContentType="application/vnd.openxmlformats-officedocument.presentationml.notesSlide+xml"/>
  <Override PartName="/ppt/tags/tag28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29.xml" ContentType="application/vnd.openxmlformats-officedocument.presentationml.tags+xml"/>
  <Override PartName="/ppt/notesSlides/notesSlide33.xml" ContentType="application/vnd.openxmlformats-officedocument.presentationml.notesSlide+xml"/>
  <Override PartName="/ppt/tags/tag30.xml" ContentType="application/vnd.openxmlformats-officedocument.presentationml.tags+xml"/>
  <Override PartName="/ppt/notesSlides/notesSlide34.xml" ContentType="application/vnd.openxmlformats-officedocument.presentationml.notesSlide+xml"/>
  <Override PartName="/ppt/tags/tag31.xml" ContentType="application/vnd.openxmlformats-officedocument.presentationml.tags+xml"/>
  <Override PartName="/ppt/notesSlides/notesSlide35.xml" ContentType="application/vnd.openxmlformats-officedocument.presentationml.notesSlide+xml"/>
  <Override PartName="/ppt/tags/tag32.xml" ContentType="application/vnd.openxmlformats-officedocument.presentationml.tags+xml"/>
  <Override PartName="/ppt/notesSlides/notesSlide36.xml" ContentType="application/vnd.openxmlformats-officedocument.presentationml.notesSlide+xml"/>
  <Override PartName="/ppt/tags/tag33.xml" ContentType="application/vnd.openxmlformats-officedocument.presentationml.tags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47"/>
  </p:notesMasterIdLst>
  <p:handoutMasterIdLst>
    <p:handoutMasterId r:id="rId48"/>
  </p:handoutMasterIdLst>
  <p:sldIdLst>
    <p:sldId id="721" r:id="rId2"/>
    <p:sldId id="539" r:id="rId3"/>
    <p:sldId id="674" r:id="rId4"/>
    <p:sldId id="675" r:id="rId5"/>
    <p:sldId id="676" r:id="rId6"/>
    <p:sldId id="677" r:id="rId7"/>
    <p:sldId id="679" r:id="rId8"/>
    <p:sldId id="678" r:id="rId9"/>
    <p:sldId id="680" r:id="rId10"/>
    <p:sldId id="681" r:id="rId11"/>
    <p:sldId id="683" r:id="rId12"/>
    <p:sldId id="684" r:id="rId13"/>
    <p:sldId id="685" r:id="rId14"/>
    <p:sldId id="686" r:id="rId15"/>
    <p:sldId id="687" r:id="rId16"/>
    <p:sldId id="733" r:id="rId17"/>
    <p:sldId id="739" r:id="rId18"/>
    <p:sldId id="740" r:id="rId19"/>
    <p:sldId id="741" r:id="rId20"/>
    <p:sldId id="692" r:id="rId21"/>
    <p:sldId id="693" r:id="rId22"/>
    <p:sldId id="728" r:id="rId23"/>
    <p:sldId id="752" r:id="rId24"/>
    <p:sldId id="694" r:id="rId25"/>
    <p:sldId id="695" r:id="rId26"/>
    <p:sldId id="697" r:id="rId27"/>
    <p:sldId id="699" r:id="rId28"/>
    <p:sldId id="700" r:id="rId29"/>
    <p:sldId id="723" r:id="rId30"/>
    <p:sldId id="724" r:id="rId31"/>
    <p:sldId id="726" r:id="rId32"/>
    <p:sldId id="725" r:id="rId33"/>
    <p:sldId id="701" r:id="rId34"/>
    <p:sldId id="702" r:id="rId35"/>
    <p:sldId id="727" r:id="rId36"/>
    <p:sldId id="738" r:id="rId37"/>
    <p:sldId id="737" r:id="rId38"/>
    <p:sldId id="732" r:id="rId39"/>
    <p:sldId id="703" r:id="rId40"/>
    <p:sldId id="704" r:id="rId41"/>
    <p:sldId id="722" r:id="rId42"/>
    <p:sldId id="705" r:id="rId43"/>
    <p:sldId id="706" r:id="rId44"/>
    <p:sldId id="696" r:id="rId45"/>
    <p:sldId id="742" r:id="rId46"/>
  </p:sldIdLst>
  <p:sldSz cx="24384000" cy="13716000"/>
  <p:notesSz cx="7315200" cy="96012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1pPr>
    <a:lvl2pPr marL="0" marR="0" indent="3429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2pPr>
    <a:lvl3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3pPr>
    <a:lvl4pPr marL="0" marR="0" indent="10287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4pPr>
    <a:lvl5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5pPr>
    <a:lvl6pPr marL="0" marR="0" indent="17145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6pPr>
    <a:lvl7pPr marL="0" marR="0" indent="2057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7pPr>
    <a:lvl8pPr marL="0" marR="0" indent="24003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8pPr>
    <a:lvl9pPr marL="0" marR="0" indent="2743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Gill Sans"/>
        <a:ea typeface="Gill Sans"/>
        <a:cs typeface="Gill Sans"/>
        <a:sym typeface="Gill San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894124-3813-4188-A6A0-8ADCEBCF22A9}" v="1" dt="2024-01-26T10:16:13.434"/>
  </p1510:revLst>
</p1510:revInfo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D51ADE6A-740E-44AE-83CC-AE7238B6C88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929292">
              <a:alpha val="50000"/>
            </a:srgbClr>
          </a:solidFill>
        </a:fill>
      </a:tcStyle>
    </a:firstCol>
    <a:lastRow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25400" cap="flat">
              <a:solidFill>
                <a:srgbClr val="FFFFFF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29292">
              <a:alpha val="50000"/>
            </a:srgbClr>
          </a:solidFill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929292">
              <a:alpha val="50000"/>
            </a:srgbClr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87253" autoAdjust="0"/>
  </p:normalViewPr>
  <p:slideViewPr>
    <p:cSldViewPr snapToGrid="0">
      <p:cViewPr varScale="1">
        <p:scale>
          <a:sx n="34" d="100"/>
          <a:sy n="34" d="100"/>
        </p:scale>
        <p:origin x="121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373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Posner" userId="e401e998-08f8-4c5f-9c96-07aa887ae3c8" providerId="ADAL" clId="{A5894124-3813-4188-A6A0-8ADCEBCF22A9}"/>
    <pc:docChg chg="modSld">
      <pc:chgData name="Michael Posner" userId="e401e998-08f8-4c5f-9c96-07aa887ae3c8" providerId="ADAL" clId="{A5894124-3813-4188-A6A0-8ADCEBCF22A9}" dt="2024-01-26T10:16:38.349" v="52" actId="1076"/>
      <pc:docMkLst>
        <pc:docMk/>
      </pc:docMkLst>
      <pc:sldChg chg="addSp modSp mod">
        <pc:chgData name="Michael Posner" userId="e401e998-08f8-4c5f-9c96-07aa887ae3c8" providerId="ADAL" clId="{A5894124-3813-4188-A6A0-8ADCEBCF22A9}" dt="2024-01-26T10:16:38.349" v="52" actId="1076"/>
        <pc:sldMkLst>
          <pc:docMk/>
          <pc:sldMk cId="3972419736" sldId="736"/>
        </pc:sldMkLst>
        <pc:spChg chg="add mod">
          <ac:chgData name="Michael Posner" userId="e401e998-08f8-4c5f-9c96-07aa887ae3c8" providerId="ADAL" clId="{A5894124-3813-4188-A6A0-8ADCEBCF22A9}" dt="2024-01-26T10:16:38.349" v="52" actId="1076"/>
          <ac:spMkLst>
            <pc:docMk/>
            <pc:sldMk cId="3972419736" sldId="736"/>
            <ac:spMk id="4" creationId="{1205E379-1EB6-1386-B112-77B47A7160D5}"/>
          </ac:spMkLst>
        </pc:spChg>
      </pc:sldChg>
    </pc:docChg>
  </pc:docChgLst>
  <pc:docChgLst>
    <pc:chgData name="Michael Posner" userId="e401e998-08f8-4c5f-9c96-07aa887ae3c8" providerId="ADAL" clId="{BD3556C8-6D3B-4853-8712-2A78F1C71012}"/>
    <pc:docChg chg="undo custSel addSld modSld">
      <pc:chgData name="Michael Posner" userId="e401e998-08f8-4c5f-9c96-07aa887ae3c8" providerId="ADAL" clId="{BD3556C8-6D3B-4853-8712-2A78F1C71012}" dt="2019-12-12T21:27:51.660" v="603" actId="14100"/>
      <pc:docMkLst>
        <pc:docMk/>
      </pc:docMkLst>
      <pc:sldChg chg="add">
        <pc:chgData name="Michael Posner" userId="e401e998-08f8-4c5f-9c96-07aa887ae3c8" providerId="ADAL" clId="{BD3556C8-6D3B-4853-8712-2A78F1C71012}" dt="2019-11-21T22:23:57.333" v="54"/>
        <pc:sldMkLst>
          <pc:docMk/>
          <pc:sldMk cId="1818541417" sldId="417"/>
        </pc:sldMkLst>
      </pc:sldChg>
      <pc:sldChg chg="modSp">
        <pc:chgData name="Michael Posner" userId="e401e998-08f8-4c5f-9c96-07aa887ae3c8" providerId="ADAL" clId="{BD3556C8-6D3B-4853-8712-2A78F1C71012}" dt="2019-12-05T23:06:34.284" v="55" actId="20577"/>
        <pc:sldMkLst>
          <pc:docMk/>
          <pc:sldMk cId="1155740610" sldId="539"/>
        </pc:sldMkLst>
        <pc:spChg chg="mod">
          <ac:chgData name="Michael Posner" userId="e401e998-08f8-4c5f-9c96-07aa887ae3c8" providerId="ADAL" clId="{BD3556C8-6D3B-4853-8712-2A78F1C71012}" dt="2019-12-05T23:06:34.284" v="55" actId="20577"/>
          <ac:spMkLst>
            <pc:docMk/>
            <pc:sldMk cId="1155740610" sldId="539"/>
            <ac:spMk id="3" creationId="{00000000-0000-0000-0000-000000000000}"/>
          </ac:spMkLst>
        </pc:spChg>
      </pc:sldChg>
      <pc:sldChg chg="modTransition">
        <pc:chgData name="Michael Posner" userId="e401e998-08f8-4c5f-9c96-07aa887ae3c8" providerId="ADAL" clId="{BD3556C8-6D3B-4853-8712-2A78F1C71012}" dt="2019-12-06T01:16:06.548" v="56"/>
        <pc:sldMkLst>
          <pc:docMk/>
          <pc:sldMk cId="2709041245" sldId="675"/>
        </pc:sldMkLst>
      </pc:sldChg>
      <pc:sldChg chg="modTransition">
        <pc:chgData name="Michael Posner" userId="e401e998-08f8-4c5f-9c96-07aa887ae3c8" providerId="ADAL" clId="{BD3556C8-6D3B-4853-8712-2A78F1C71012}" dt="2019-12-06T01:17:00.622" v="58"/>
        <pc:sldMkLst>
          <pc:docMk/>
          <pc:sldMk cId="2933234118" sldId="678"/>
        </pc:sldMkLst>
      </pc:sldChg>
      <pc:sldChg chg="modTransition">
        <pc:chgData name="Michael Posner" userId="e401e998-08f8-4c5f-9c96-07aa887ae3c8" providerId="ADAL" clId="{BD3556C8-6D3B-4853-8712-2A78F1C71012}" dt="2019-12-06T01:17:00.622" v="58"/>
        <pc:sldMkLst>
          <pc:docMk/>
          <pc:sldMk cId="1819190346" sldId="679"/>
        </pc:sldMkLst>
      </pc:sldChg>
      <pc:sldChg chg="modTransition">
        <pc:chgData name="Michael Posner" userId="e401e998-08f8-4c5f-9c96-07aa887ae3c8" providerId="ADAL" clId="{BD3556C8-6D3B-4853-8712-2A78F1C71012}" dt="2019-12-06T01:17:00.622" v="58"/>
        <pc:sldMkLst>
          <pc:docMk/>
          <pc:sldMk cId="4226094204" sldId="680"/>
        </pc:sldMkLst>
      </pc:sldChg>
      <pc:sldChg chg="modTransition modNotesTx">
        <pc:chgData name="Michael Posner" userId="e401e998-08f8-4c5f-9c96-07aa887ae3c8" providerId="ADAL" clId="{BD3556C8-6D3B-4853-8712-2A78F1C71012}" dt="2019-12-06T01:17:00.622" v="58"/>
        <pc:sldMkLst>
          <pc:docMk/>
          <pc:sldMk cId="279170245" sldId="681"/>
        </pc:sldMkLst>
      </pc:sldChg>
      <pc:sldChg chg="modTransition modNotesTx">
        <pc:chgData name="Michael Posner" userId="e401e998-08f8-4c5f-9c96-07aa887ae3c8" providerId="ADAL" clId="{BD3556C8-6D3B-4853-8712-2A78F1C71012}" dt="2019-12-06T01:17:00.622" v="58"/>
        <pc:sldMkLst>
          <pc:docMk/>
          <pc:sldMk cId="2524434593" sldId="682"/>
        </pc:sldMkLst>
      </pc:sldChg>
      <pc:sldChg chg="modNotesTx">
        <pc:chgData name="Michael Posner" userId="e401e998-08f8-4c5f-9c96-07aa887ae3c8" providerId="ADAL" clId="{BD3556C8-6D3B-4853-8712-2A78F1C71012}" dt="2019-11-20T00:54:32.232" v="52" actId="20577"/>
        <pc:sldMkLst>
          <pc:docMk/>
          <pc:sldMk cId="945232450" sldId="683"/>
        </pc:sldMkLst>
      </pc:sldChg>
      <pc:sldChg chg="modNotesTx">
        <pc:chgData name="Michael Posner" userId="e401e998-08f8-4c5f-9c96-07aa887ae3c8" providerId="ADAL" clId="{BD3556C8-6D3B-4853-8712-2A78F1C71012}" dt="2019-11-20T00:54:37.588" v="53" actId="20577"/>
        <pc:sldMkLst>
          <pc:docMk/>
          <pc:sldMk cId="3401147373" sldId="685"/>
        </pc:sldMkLst>
      </pc:sldChg>
      <pc:sldChg chg="modSp">
        <pc:chgData name="Michael Posner" userId="e401e998-08f8-4c5f-9c96-07aa887ae3c8" providerId="ADAL" clId="{BD3556C8-6D3B-4853-8712-2A78F1C71012}" dt="2019-12-06T01:42:13.839" v="59" actId="20577"/>
        <pc:sldMkLst>
          <pc:docMk/>
          <pc:sldMk cId="3952549210" sldId="693"/>
        </pc:sldMkLst>
        <pc:spChg chg="mod">
          <ac:chgData name="Michael Posner" userId="e401e998-08f8-4c5f-9c96-07aa887ae3c8" providerId="ADAL" clId="{BD3556C8-6D3B-4853-8712-2A78F1C71012}" dt="2019-12-06T01:42:13.839" v="59" actId="20577"/>
          <ac:spMkLst>
            <pc:docMk/>
            <pc:sldMk cId="3952549210" sldId="693"/>
            <ac:spMk id="3" creationId="{00000000-0000-0000-0000-000000000000}"/>
          </ac:spMkLst>
        </pc:spChg>
      </pc:sldChg>
      <pc:sldChg chg="modNotesTx">
        <pc:chgData name="Michael Posner" userId="e401e998-08f8-4c5f-9c96-07aa887ae3c8" providerId="ADAL" clId="{BD3556C8-6D3B-4853-8712-2A78F1C71012}" dt="2019-12-06T01:46:56.785" v="81" actId="20577"/>
        <pc:sldMkLst>
          <pc:docMk/>
          <pc:sldMk cId="3256820265" sldId="696"/>
        </pc:sldMkLst>
      </pc:sldChg>
      <pc:sldChg chg="modSp">
        <pc:chgData name="Michael Posner" userId="e401e998-08f8-4c5f-9c96-07aa887ae3c8" providerId="ADAL" clId="{BD3556C8-6D3B-4853-8712-2A78F1C71012}" dt="2019-11-20T00:53:34.486" v="49" actId="20577"/>
        <pc:sldMkLst>
          <pc:docMk/>
          <pc:sldMk cId="2225711518" sldId="721"/>
        </pc:sldMkLst>
        <pc:spChg chg="mod">
          <ac:chgData name="Michael Posner" userId="e401e998-08f8-4c5f-9c96-07aa887ae3c8" providerId="ADAL" clId="{BD3556C8-6D3B-4853-8712-2A78F1C71012}" dt="2019-11-20T00:53:34.486" v="49" actId="20577"/>
          <ac:spMkLst>
            <pc:docMk/>
            <pc:sldMk cId="2225711518" sldId="721"/>
            <ac:spMk id="5" creationId="{00000000-0000-0000-0000-000000000000}"/>
          </ac:spMkLst>
        </pc:spChg>
      </pc:sldChg>
      <pc:sldChg chg="modSp add">
        <pc:chgData name="Michael Posner" userId="e401e998-08f8-4c5f-9c96-07aa887ae3c8" providerId="ADAL" clId="{BD3556C8-6D3B-4853-8712-2A78F1C71012}" dt="2019-12-12T21:27:51.660" v="603" actId="14100"/>
        <pc:sldMkLst>
          <pc:docMk/>
          <pc:sldMk cId="3702585859" sldId="732"/>
        </pc:sldMkLst>
        <pc:spChg chg="mod">
          <ac:chgData name="Michael Posner" userId="e401e998-08f8-4c5f-9c96-07aa887ae3c8" providerId="ADAL" clId="{BD3556C8-6D3B-4853-8712-2A78F1C71012}" dt="2019-12-12T20:45:05.949" v="108" actId="20577"/>
          <ac:spMkLst>
            <pc:docMk/>
            <pc:sldMk cId="3702585859" sldId="732"/>
            <ac:spMk id="2" creationId="{C288C827-7C8C-4FE3-A7F3-ADAED4D65285}"/>
          </ac:spMkLst>
        </pc:spChg>
        <pc:spChg chg="mod">
          <ac:chgData name="Michael Posner" userId="e401e998-08f8-4c5f-9c96-07aa887ae3c8" providerId="ADAL" clId="{BD3556C8-6D3B-4853-8712-2A78F1C71012}" dt="2019-12-12T21:27:51.660" v="603" actId="14100"/>
          <ac:spMkLst>
            <pc:docMk/>
            <pc:sldMk cId="3702585859" sldId="732"/>
            <ac:spMk id="3" creationId="{F551A46D-5CE1-466C-944B-1FE872260DB9}"/>
          </ac:spMkLst>
        </pc:spChg>
      </pc:sldChg>
      <pc:sldChg chg="modSp add">
        <pc:chgData name="Michael Posner" userId="e401e998-08f8-4c5f-9c96-07aa887ae3c8" providerId="ADAL" clId="{BD3556C8-6D3B-4853-8712-2A78F1C71012}" dt="2019-12-12T20:46:01.673" v="147" actId="14100"/>
        <pc:sldMkLst>
          <pc:docMk/>
          <pc:sldMk cId="1002374166" sldId="733"/>
        </pc:sldMkLst>
        <pc:spChg chg="mod">
          <ac:chgData name="Michael Posner" userId="e401e998-08f8-4c5f-9c96-07aa887ae3c8" providerId="ADAL" clId="{BD3556C8-6D3B-4853-8712-2A78F1C71012}" dt="2019-12-12T20:45:43.480" v="143" actId="20577"/>
          <ac:spMkLst>
            <pc:docMk/>
            <pc:sldMk cId="1002374166" sldId="733"/>
            <ac:spMk id="2" creationId="{F7FB9B83-7363-4D59-AD7A-D11BBDB970ED}"/>
          </ac:spMkLst>
        </pc:spChg>
        <pc:spChg chg="mod">
          <ac:chgData name="Michael Posner" userId="e401e998-08f8-4c5f-9c96-07aa887ae3c8" providerId="ADAL" clId="{BD3556C8-6D3B-4853-8712-2A78F1C71012}" dt="2019-12-12T20:46:01.673" v="147" actId="14100"/>
          <ac:spMkLst>
            <pc:docMk/>
            <pc:sldMk cId="1002374166" sldId="733"/>
            <ac:spMk id="3" creationId="{0DAF1712-1C95-4C19-90FB-2F2DE4681F5C}"/>
          </ac:spMkLst>
        </pc:spChg>
      </pc:sldChg>
    </pc:docChg>
  </pc:docChgLst>
  <pc:docChgLst>
    <pc:chgData name="Michael Posner" userId="e401e998-08f8-4c5f-9c96-07aa887ae3c8" providerId="ADAL" clId="{97DCBA3D-2F4C-4EAF-AEE3-F22BBCE6AA4F}"/>
    <pc:docChg chg="custSel modSld sldOrd">
      <pc:chgData name="Michael Posner" userId="e401e998-08f8-4c5f-9c96-07aa887ae3c8" providerId="ADAL" clId="{97DCBA3D-2F4C-4EAF-AEE3-F22BBCE6AA4F}" dt="2021-04-20T18:12:06.624" v="92"/>
      <pc:docMkLst>
        <pc:docMk/>
      </pc:docMkLst>
      <pc:sldChg chg="modSp mod modNotesTx">
        <pc:chgData name="Michael Posner" userId="e401e998-08f8-4c5f-9c96-07aa887ae3c8" providerId="ADAL" clId="{97DCBA3D-2F4C-4EAF-AEE3-F22BBCE6AA4F}" dt="2021-04-20T18:11:20.287" v="89" actId="5793"/>
        <pc:sldMkLst>
          <pc:docMk/>
          <pc:sldMk cId="1155740610" sldId="539"/>
        </pc:sldMkLst>
        <pc:spChg chg="mod">
          <ac:chgData name="Michael Posner" userId="e401e998-08f8-4c5f-9c96-07aa887ae3c8" providerId="ADAL" clId="{97DCBA3D-2F4C-4EAF-AEE3-F22BBCE6AA4F}" dt="2021-04-20T18:11:14.172" v="49" actId="207"/>
          <ac:spMkLst>
            <pc:docMk/>
            <pc:sldMk cId="1155740610" sldId="539"/>
            <ac:spMk id="3" creationId="{00000000-0000-0000-0000-000000000000}"/>
          </ac:spMkLst>
        </pc:spChg>
      </pc:sldChg>
      <pc:sldChg chg="mod modShow">
        <pc:chgData name="Michael Posner" userId="e401e998-08f8-4c5f-9c96-07aa887ae3c8" providerId="ADAL" clId="{97DCBA3D-2F4C-4EAF-AEE3-F22BBCE6AA4F}" dt="2021-04-20T18:11:48.003" v="90" actId="729"/>
        <pc:sldMkLst>
          <pc:docMk/>
          <pc:sldMk cId="2709041245" sldId="675"/>
        </pc:sldMkLst>
      </pc:sldChg>
      <pc:sldChg chg="ord">
        <pc:chgData name="Michael Posner" userId="e401e998-08f8-4c5f-9c96-07aa887ae3c8" providerId="ADAL" clId="{97DCBA3D-2F4C-4EAF-AEE3-F22BBCE6AA4F}" dt="2021-04-20T18:12:06.624" v="92"/>
        <pc:sldMkLst>
          <pc:docMk/>
          <pc:sldMk cId="1819190346" sldId="679"/>
        </pc:sldMkLst>
      </pc:sldChg>
      <pc:sldChg chg="modSp mod">
        <pc:chgData name="Michael Posner" userId="e401e998-08f8-4c5f-9c96-07aa887ae3c8" providerId="ADAL" clId="{97DCBA3D-2F4C-4EAF-AEE3-F22BBCE6AA4F}" dt="2021-04-20T18:10:54.037" v="17" actId="27636"/>
        <pc:sldMkLst>
          <pc:docMk/>
          <pc:sldMk cId="2225711518" sldId="721"/>
        </pc:sldMkLst>
        <pc:spChg chg="mod">
          <ac:chgData name="Michael Posner" userId="e401e998-08f8-4c5f-9c96-07aa887ae3c8" providerId="ADAL" clId="{97DCBA3D-2F4C-4EAF-AEE3-F22BBCE6AA4F}" dt="2021-04-20T18:10:54.037" v="17" actId="27636"/>
          <ac:spMkLst>
            <pc:docMk/>
            <pc:sldMk cId="2225711518" sldId="721"/>
            <ac:spMk id="5" creationId="{00000000-0000-0000-0000-000000000000}"/>
          </ac:spMkLst>
        </pc:spChg>
      </pc:sldChg>
    </pc:docChg>
  </pc:docChgLst>
  <pc:docChgLst>
    <pc:chgData name="Michael Posner" userId="e401e998-08f8-4c5f-9c96-07aa887ae3c8" providerId="ADAL" clId="{EC13F455-0150-48E7-A05D-CF5BFA495716}"/>
    <pc:docChg chg="undo custSel addSld delSld modSld">
      <pc:chgData name="Michael Posner" userId="e401e998-08f8-4c5f-9c96-07aa887ae3c8" providerId="ADAL" clId="{EC13F455-0150-48E7-A05D-CF5BFA495716}" dt="2021-04-28T23:03:05.437" v="255" actId="14100"/>
      <pc:docMkLst>
        <pc:docMk/>
      </pc:docMkLst>
      <pc:sldChg chg="modSp mod">
        <pc:chgData name="Michael Posner" userId="e401e998-08f8-4c5f-9c96-07aa887ae3c8" providerId="ADAL" clId="{EC13F455-0150-48E7-A05D-CF5BFA495716}" dt="2021-04-21T17:04:27.654" v="2" actId="207"/>
        <pc:sldMkLst>
          <pc:docMk/>
          <pc:sldMk cId="1155740610" sldId="539"/>
        </pc:sldMkLst>
        <pc:spChg chg="mod">
          <ac:chgData name="Michael Posner" userId="e401e998-08f8-4c5f-9c96-07aa887ae3c8" providerId="ADAL" clId="{EC13F455-0150-48E7-A05D-CF5BFA495716}" dt="2021-04-21T17:04:27.654" v="2" actId="207"/>
          <ac:spMkLst>
            <pc:docMk/>
            <pc:sldMk cId="1155740610" sldId="539"/>
            <ac:spMk id="3" creationId="{00000000-0000-0000-0000-000000000000}"/>
          </ac:spMkLst>
        </pc:spChg>
      </pc:sldChg>
      <pc:sldChg chg="del">
        <pc:chgData name="Michael Posner" userId="e401e998-08f8-4c5f-9c96-07aa887ae3c8" providerId="ADAL" clId="{EC13F455-0150-48E7-A05D-CF5BFA495716}" dt="2021-04-21T17:05:38.099" v="3" actId="47"/>
        <pc:sldMkLst>
          <pc:docMk/>
          <pc:sldMk cId="2524434593" sldId="682"/>
        </pc:sldMkLst>
      </pc:sldChg>
      <pc:sldChg chg="addSp delSp modSp mod addAnim delAnim">
        <pc:chgData name="Michael Posner" userId="e401e998-08f8-4c5f-9c96-07aa887ae3c8" providerId="ADAL" clId="{EC13F455-0150-48E7-A05D-CF5BFA495716}" dt="2021-04-28T23:03:05.437" v="255" actId="14100"/>
        <pc:sldMkLst>
          <pc:docMk/>
          <pc:sldMk cId="1922691785" sldId="689"/>
        </pc:sldMkLst>
        <pc:picChg chg="add del">
          <ac:chgData name="Michael Posner" userId="e401e998-08f8-4c5f-9c96-07aa887ae3c8" providerId="ADAL" clId="{EC13F455-0150-48E7-A05D-CF5BFA495716}" dt="2021-04-28T23:02:54.708" v="251" actId="478"/>
          <ac:picMkLst>
            <pc:docMk/>
            <pc:sldMk cId="1922691785" sldId="689"/>
            <ac:picMk id="4" creationId="{00000000-0000-0000-0000-000000000000}"/>
          </ac:picMkLst>
        </pc:picChg>
        <pc:picChg chg="add del">
          <ac:chgData name="Michael Posner" userId="e401e998-08f8-4c5f-9c96-07aa887ae3c8" providerId="ADAL" clId="{EC13F455-0150-48E7-A05D-CF5BFA495716}" dt="2021-04-28T23:02:34.801" v="235" actId="22"/>
          <ac:picMkLst>
            <pc:docMk/>
            <pc:sldMk cId="1922691785" sldId="689"/>
            <ac:picMk id="10" creationId="{C246916E-472D-464B-B467-235661228167}"/>
          </ac:picMkLst>
        </pc:picChg>
        <pc:picChg chg="add del mod">
          <ac:chgData name="Michael Posner" userId="e401e998-08f8-4c5f-9c96-07aa887ae3c8" providerId="ADAL" clId="{EC13F455-0150-48E7-A05D-CF5BFA495716}" dt="2021-04-28T23:02:57.633" v="252" actId="478"/>
          <ac:picMkLst>
            <pc:docMk/>
            <pc:sldMk cId="1922691785" sldId="689"/>
            <ac:picMk id="12" creationId="{80EA3F98-6813-4E1A-BF48-90CA3CEA9ADA}"/>
          </ac:picMkLst>
        </pc:picChg>
        <pc:picChg chg="add mod">
          <ac:chgData name="Michael Posner" userId="e401e998-08f8-4c5f-9c96-07aa887ae3c8" providerId="ADAL" clId="{EC13F455-0150-48E7-A05D-CF5BFA495716}" dt="2021-04-28T23:03:05.437" v="255" actId="14100"/>
          <ac:picMkLst>
            <pc:docMk/>
            <pc:sldMk cId="1922691785" sldId="689"/>
            <ac:picMk id="14" creationId="{790A0F25-AC90-4BA0-8479-AA6F36017117}"/>
          </ac:picMkLst>
        </pc:picChg>
      </pc:sldChg>
      <pc:sldChg chg="del">
        <pc:chgData name="Michael Posner" userId="e401e998-08f8-4c5f-9c96-07aa887ae3c8" providerId="ADAL" clId="{EC13F455-0150-48E7-A05D-CF5BFA495716}" dt="2021-04-21T17:09:16.209" v="60" actId="2696"/>
        <pc:sldMkLst>
          <pc:docMk/>
          <pc:sldMk cId="3256820265" sldId="696"/>
        </pc:sldMkLst>
      </pc:sldChg>
      <pc:sldChg chg="modSp add mod">
        <pc:chgData name="Michael Posner" userId="e401e998-08f8-4c5f-9c96-07aa887ae3c8" providerId="ADAL" clId="{EC13F455-0150-48E7-A05D-CF5BFA495716}" dt="2021-04-21T17:09:23.120" v="62" actId="20577"/>
        <pc:sldMkLst>
          <pc:docMk/>
          <pc:sldMk cId="3559001158" sldId="696"/>
        </pc:sldMkLst>
        <pc:spChg chg="mod">
          <ac:chgData name="Michael Posner" userId="e401e998-08f8-4c5f-9c96-07aa887ae3c8" providerId="ADAL" clId="{EC13F455-0150-48E7-A05D-CF5BFA495716}" dt="2021-04-21T17:09:23.120" v="62" actId="20577"/>
          <ac:spMkLst>
            <pc:docMk/>
            <pc:sldMk cId="3559001158" sldId="696"/>
            <ac:spMk id="2" creationId="{00000000-0000-0000-0000-000000000000}"/>
          </ac:spMkLst>
        </pc:spChg>
      </pc:sldChg>
      <pc:sldChg chg="modSp mod">
        <pc:chgData name="Michael Posner" userId="e401e998-08f8-4c5f-9c96-07aa887ae3c8" providerId="ADAL" clId="{EC13F455-0150-48E7-A05D-CF5BFA495716}" dt="2021-04-21T17:08:03.226" v="32" actId="20577"/>
        <pc:sldMkLst>
          <pc:docMk/>
          <pc:sldMk cId="701971161" sldId="697"/>
        </pc:sldMkLst>
        <pc:spChg chg="mod">
          <ac:chgData name="Michael Posner" userId="e401e998-08f8-4c5f-9c96-07aa887ae3c8" providerId="ADAL" clId="{EC13F455-0150-48E7-A05D-CF5BFA495716}" dt="2021-04-21T17:08:03.226" v="32" actId="20577"/>
          <ac:spMkLst>
            <pc:docMk/>
            <pc:sldMk cId="701971161" sldId="697"/>
            <ac:spMk id="2" creationId="{00000000-0000-0000-0000-000000000000}"/>
          </ac:spMkLst>
        </pc:spChg>
      </pc:sldChg>
      <pc:sldChg chg="modSp mod modShow">
        <pc:chgData name="Michael Posner" userId="e401e998-08f8-4c5f-9c96-07aa887ae3c8" providerId="ADAL" clId="{EC13F455-0150-48E7-A05D-CF5BFA495716}" dt="2021-04-21T17:08:17.942" v="41" actId="20577"/>
        <pc:sldMkLst>
          <pc:docMk/>
          <pc:sldMk cId="302628284" sldId="698"/>
        </pc:sldMkLst>
        <pc:spChg chg="mod">
          <ac:chgData name="Michael Posner" userId="e401e998-08f8-4c5f-9c96-07aa887ae3c8" providerId="ADAL" clId="{EC13F455-0150-48E7-A05D-CF5BFA495716}" dt="2021-04-21T17:08:17.942" v="41" actId="20577"/>
          <ac:spMkLst>
            <pc:docMk/>
            <pc:sldMk cId="302628284" sldId="698"/>
            <ac:spMk id="2" creationId="{00000000-0000-0000-0000-000000000000}"/>
          </ac:spMkLst>
        </pc:spChg>
      </pc:sldChg>
      <pc:sldChg chg="modSp mod">
        <pc:chgData name="Michael Posner" userId="e401e998-08f8-4c5f-9c96-07aa887ae3c8" providerId="ADAL" clId="{EC13F455-0150-48E7-A05D-CF5BFA495716}" dt="2021-04-21T17:08:13.579" v="34" actId="20577"/>
        <pc:sldMkLst>
          <pc:docMk/>
          <pc:sldMk cId="628741516" sldId="699"/>
        </pc:sldMkLst>
        <pc:spChg chg="mod">
          <ac:chgData name="Michael Posner" userId="e401e998-08f8-4c5f-9c96-07aa887ae3c8" providerId="ADAL" clId="{EC13F455-0150-48E7-A05D-CF5BFA495716}" dt="2021-04-21T17:08:13.579" v="34" actId="20577"/>
          <ac:spMkLst>
            <pc:docMk/>
            <pc:sldMk cId="628741516" sldId="699"/>
            <ac:spMk id="2" creationId="{00000000-0000-0000-0000-000000000000}"/>
          </ac:spMkLst>
        </pc:spChg>
      </pc:sldChg>
      <pc:sldChg chg="modSp mod">
        <pc:chgData name="Michael Posner" userId="e401e998-08f8-4c5f-9c96-07aa887ae3c8" providerId="ADAL" clId="{EC13F455-0150-48E7-A05D-CF5BFA495716}" dt="2021-04-21T17:08:24.489" v="44" actId="20577"/>
        <pc:sldMkLst>
          <pc:docMk/>
          <pc:sldMk cId="1524589288" sldId="700"/>
        </pc:sldMkLst>
        <pc:spChg chg="mod">
          <ac:chgData name="Michael Posner" userId="e401e998-08f8-4c5f-9c96-07aa887ae3c8" providerId="ADAL" clId="{EC13F455-0150-48E7-A05D-CF5BFA495716}" dt="2021-04-21T17:08:24.489" v="44" actId="20577"/>
          <ac:spMkLst>
            <pc:docMk/>
            <pc:sldMk cId="1524589288" sldId="700"/>
            <ac:spMk id="2" creationId="{00000000-0000-0000-0000-000000000000}"/>
          </ac:spMkLst>
        </pc:spChg>
      </pc:sldChg>
      <pc:sldChg chg="modSp mod">
        <pc:chgData name="Michael Posner" userId="e401e998-08f8-4c5f-9c96-07aa887ae3c8" providerId="ADAL" clId="{EC13F455-0150-48E7-A05D-CF5BFA495716}" dt="2021-04-21T17:08:44.533" v="56"/>
        <pc:sldMkLst>
          <pc:docMk/>
          <pc:sldMk cId="1694623162" sldId="701"/>
        </pc:sldMkLst>
        <pc:spChg chg="mod">
          <ac:chgData name="Michael Posner" userId="e401e998-08f8-4c5f-9c96-07aa887ae3c8" providerId="ADAL" clId="{EC13F455-0150-48E7-A05D-CF5BFA495716}" dt="2021-04-21T17:08:44.533" v="56"/>
          <ac:spMkLst>
            <pc:docMk/>
            <pc:sldMk cId="1694623162" sldId="701"/>
            <ac:spMk id="2" creationId="{00000000-0000-0000-0000-000000000000}"/>
          </ac:spMkLst>
        </pc:spChg>
      </pc:sldChg>
      <pc:sldChg chg="modSp mod">
        <pc:chgData name="Michael Posner" userId="e401e998-08f8-4c5f-9c96-07aa887ae3c8" providerId="ADAL" clId="{EC13F455-0150-48E7-A05D-CF5BFA495716}" dt="2021-04-21T17:08:49.078" v="59" actId="20577"/>
        <pc:sldMkLst>
          <pc:docMk/>
          <pc:sldMk cId="1004683237" sldId="702"/>
        </pc:sldMkLst>
        <pc:spChg chg="mod">
          <ac:chgData name="Michael Posner" userId="e401e998-08f8-4c5f-9c96-07aa887ae3c8" providerId="ADAL" clId="{EC13F455-0150-48E7-A05D-CF5BFA495716}" dt="2021-04-21T17:08:49.078" v="59" actId="20577"/>
          <ac:spMkLst>
            <pc:docMk/>
            <pc:sldMk cId="1004683237" sldId="702"/>
            <ac:spMk id="2" creationId="{00000000-0000-0000-0000-000000000000}"/>
          </ac:spMkLst>
        </pc:spChg>
      </pc:sldChg>
      <pc:sldChg chg="modSp mod">
        <pc:chgData name="Michael Posner" userId="e401e998-08f8-4c5f-9c96-07aa887ae3c8" providerId="ADAL" clId="{EC13F455-0150-48E7-A05D-CF5BFA495716}" dt="2021-04-21T17:08:29.022" v="47" actId="20577"/>
        <pc:sldMkLst>
          <pc:docMk/>
          <pc:sldMk cId="332179350" sldId="723"/>
        </pc:sldMkLst>
        <pc:spChg chg="mod">
          <ac:chgData name="Michael Posner" userId="e401e998-08f8-4c5f-9c96-07aa887ae3c8" providerId="ADAL" clId="{EC13F455-0150-48E7-A05D-CF5BFA495716}" dt="2021-04-21T17:08:29.022" v="47" actId="20577"/>
          <ac:spMkLst>
            <pc:docMk/>
            <pc:sldMk cId="332179350" sldId="723"/>
            <ac:spMk id="2" creationId="{55EF0C3A-4699-4956-A4C5-07FBFB95ADDA}"/>
          </ac:spMkLst>
        </pc:spChg>
      </pc:sldChg>
      <pc:sldChg chg="modSp mod">
        <pc:chgData name="Michael Posner" userId="e401e998-08f8-4c5f-9c96-07aa887ae3c8" providerId="ADAL" clId="{EC13F455-0150-48E7-A05D-CF5BFA495716}" dt="2021-04-21T17:08:32.744" v="49" actId="20577"/>
        <pc:sldMkLst>
          <pc:docMk/>
          <pc:sldMk cId="644248714" sldId="724"/>
        </pc:sldMkLst>
        <pc:spChg chg="mod">
          <ac:chgData name="Michael Posner" userId="e401e998-08f8-4c5f-9c96-07aa887ae3c8" providerId="ADAL" clId="{EC13F455-0150-48E7-A05D-CF5BFA495716}" dt="2021-04-21T17:08:32.744" v="49" actId="20577"/>
          <ac:spMkLst>
            <pc:docMk/>
            <pc:sldMk cId="644248714" sldId="724"/>
            <ac:spMk id="2" creationId="{B34E94B3-3723-4FC4-92D8-43EF58BD0295}"/>
          </ac:spMkLst>
        </pc:spChg>
      </pc:sldChg>
      <pc:sldChg chg="modSp mod">
        <pc:chgData name="Michael Posner" userId="e401e998-08f8-4c5f-9c96-07aa887ae3c8" providerId="ADAL" clId="{EC13F455-0150-48E7-A05D-CF5BFA495716}" dt="2021-04-21T17:08:41.840" v="55" actId="20577"/>
        <pc:sldMkLst>
          <pc:docMk/>
          <pc:sldMk cId="136766895" sldId="725"/>
        </pc:sldMkLst>
        <pc:spChg chg="mod">
          <ac:chgData name="Michael Posner" userId="e401e998-08f8-4c5f-9c96-07aa887ae3c8" providerId="ADAL" clId="{EC13F455-0150-48E7-A05D-CF5BFA495716}" dt="2021-04-21T17:08:41.840" v="55" actId="20577"/>
          <ac:spMkLst>
            <pc:docMk/>
            <pc:sldMk cId="136766895" sldId="725"/>
            <ac:spMk id="2" creationId="{B34E94B3-3723-4FC4-92D8-43EF58BD0295}"/>
          </ac:spMkLst>
        </pc:spChg>
      </pc:sldChg>
      <pc:sldChg chg="modSp mod">
        <pc:chgData name="Michael Posner" userId="e401e998-08f8-4c5f-9c96-07aa887ae3c8" providerId="ADAL" clId="{EC13F455-0150-48E7-A05D-CF5BFA495716}" dt="2021-04-21T17:08:36.375" v="52" actId="20577"/>
        <pc:sldMkLst>
          <pc:docMk/>
          <pc:sldMk cId="3955732851" sldId="726"/>
        </pc:sldMkLst>
        <pc:spChg chg="mod">
          <ac:chgData name="Michael Posner" userId="e401e998-08f8-4c5f-9c96-07aa887ae3c8" providerId="ADAL" clId="{EC13F455-0150-48E7-A05D-CF5BFA495716}" dt="2021-04-21T17:08:36.375" v="52" actId="20577"/>
          <ac:spMkLst>
            <pc:docMk/>
            <pc:sldMk cId="3955732851" sldId="726"/>
            <ac:spMk id="2" creationId="{B34E94B3-3723-4FC4-92D8-43EF58BD0295}"/>
          </ac:spMkLst>
        </pc:spChg>
      </pc:sldChg>
      <pc:sldChg chg="modSp mod">
        <pc:chgData name="Michael Posner" userId="e401e998-08f8-4c5f-9c96-07aa887ae3c8" providerId="ADAL" clId="{EC13F455-0150-48E7-A05D-CF5BFA495716}" dt="2021-04-21T17:07:56.880" v="19" actId="20577"/>
        <pc:sldMkLst>
          <pc:docMk/>
          <pc:sldMk cId="680030297" sldId="729"/>
        </pc:sldMkLst>
        <pc:spChg chg="mod">
          <ac:chgData name="Michael Posner" userId="e401e998-08f8-4c5f-9c96-07aa887ae3c8" providerId="ADAL" clId="{EC13F455-0150-48E7-A05D-CF5BFA495716}" dt="2021-04-21T17:07:56.880" v="19" actId="20577"/>
          <ac:spMkLst>
            <pc:docMk/>
            <pc:sldMk cId="680030297" sldId="729"/>
            <ac:spMk id="2" creationId="{00000000-0000-0000-0000-000000000000}"/>
          </ac:spMkLst>
        </pc:spChg>
      </pc:sldChg>
      <pc:sldChg chg="del">
        <pc:chgData name="Michael Posner" userId="e401e998-08f8-4c5f-9c96-07aa887ae3c8" providerId="ADAL" clId="{EC13F455-0150-48E7-A05D-CF5BFA495716}" dt="2021-04-21T17:09:16.209" v="60" actId="2696"/>
        <pc:sldMkLst>
          <pc:docMk/>
          <pc:sldMk cId="2729872352" sldId="731"/>
        </pc:sldMkLst>
      </pc:sldChg>
      <pc:sldChg chg="modSp add mod">
        <pc:chgData name="Michael Posner" userId="e401e998-08f8-4c5f-9c96-07aa887ae3c8" providerId="ADAL" clId="{EC13F455-0150-48E7-A05D-CF5BFA495716}" dt="2021-04-21T17:09:27.779" v="65" actId="20577"/>
        <pc:sldMkLst>
          <pc:docMk/>
          <pc:sldMk cId="2892311910" sldId="731"/>
        </pc:sldMkLst>
        <pc:spChg chg="mod">
          <ac:chgData name="Michael Posner" userId="e401e998-08f8-4c5f-9c96-07aa887ae3c8" providerId="ADAL" clId="{EC13F455-0150-48E7-A05D-CF5BFA495716}" dt="2021-04-21T17:09:27.779" v="65" actId="20577"/>
          <ac:spMkLst>
            <pc:docMk/>
            <pc:sldMk cId="2892311910" sldId="731"/>
            <ac:spMk id="2" creationId="{437C2970-C132-43F6-B649-2109C2A3BD37}"/>
          </ac:spMkLst>
        </pc:spChg>
      </pc:sldChg>
      <pc:sldChg chg="del">
        <pc:chgData name="Michael Posner" userId="e401e998-08f8-4c5f-9c96-07aa887ae3c8" providerId="ADAL" clId="{EC13F455-0150-48E7-A05D-CF5BFA495716}" dt="2021-04-21T17:06:19.364" v="4" actId="47"/>
        <pc:sldMkLst>
          <pc:docMk/>
          <pc:sldMk cId="3702585859" sldId="732"/>
        </pc:sldMkLst>
      </pc:sldChg>
      <pc:sldChg chg="modSp new mod modAnim">
        <pc:chgData name="Michael Posner" userId="e401e998-08f8-4c5f-9c96-07aa887ae3c8" providerId="ADAL" clId="{EC13F455-0150-48E7-A05D-CF5BFA495716}" dt="2021-04-28T22:09:33.567" v="233" actId="20577"/>
        <pc:sldMkLst>
          <pc:docMk/>
          <pc:sldMk cId="3946303502" sldId="732"/>
        </pc:sldMkLst>
        <pc:spChg chg="mod">
          <ac:chgData name="Michael Posner" userId="e401e998-08f8-4c5f-9c96-07aa887ae3c8" providerId="ADAL" clId="{EC13F455-0150-48E7-A05D-CF5BFA495716}" dt="2021-04-28T22:09:33.567" v="233" actId="20577"/>
          <ac:spMkLst>
            <pc:docMk/>
            <pc:sldMk cId="3946303502" sldId="732"/>
            <ac:spMk id="2" creationId="{4B6E6920-324E-44E9-A1E8-602986D99850}"/>
          </ac:spMkLst>
        </pc:spChg>
        <pc:spChg chg="mod">
          <ac:chgData name="Michael Posner" userId="e401e998-08f8-4c5f-9c96-07aa887ae3c8" providerId="ADAL" clId="{EC13F455-0150-48E7-A05D-CF5BFA495716}" dt="2021-04-28T22:08:54.695" v="223" actId="207"/>
          <ac:spMkLst>
            <pc:docMk/>
            <pc:sldMk cId="3946303502" sldId="732"/>
            <ac:spMk id="3" creationId="{01144A02-965C-4107-B4C4-7A48402DD1F4}"/>
          </ac:spMkLst>
        </pc:spChg>
      </pc:sldChg>
      <pc:sldChg chg="del">
        <pc:chgData name="Michael Posner" userId="e401e998-08f8-4c5f-9c96-07aa887ae3c8" providerId="ADAL" clId="{EC13F455-0150-48E7-A05D-CF5BFA495716}" dt="2021-04-21T17:06:24.369" v="5" actId="47"/>
        <pc:sldMkLst>
          <pc:docMk/>
          <pc:sldMk cId="1002374166" sldId="733"/>
        </pc:sldMkLst>
      </pc:sldChg>
    </pc:docChg>
  </pc:docChgLst>
  <pc:docChgLst>
    <pc:chgData name="Michael Posner" userId="e401e998-08f8-4c5f-9c96-07aa887ae3c8" providerId="ADAL" clId="{7ECEAD72-3B8B-46BA-BD18-854AD5190F0A}"/>
    <pc:docChg chg="custSel addSld delSld modSld">
      <pc:chgData name="Michael Posner" userId="e401e998-08f8-4c5f-9c96-07aa887ae3c8" providerId="ADAL" clId="{7ECEAD72-3B8B-46BA-BD18-854AD5190F0A}" dt="2021-12-08T21:09:31.262" v="141" actId="122"/>
      <pc:docMkLst>
        <pc:docMk/>
      </pc:docMkLst>
      <pc:sldChg chg="del">
        <pc:chgData name="Michael Posner" userId="e401e998-08f8-4c5f-9c96-07aa887ae3c8" providerId="ADAL" clId="{7ECEAD72-3B8B-46BA-BD18-854AD5190F0A}" dt="2021-12-08T20:53:56.437" v="52" actId="47"/>
        <pc:sldMkLst>
          <pc:docMk/>
          <pc:sldMk cId="1818541417" sldId="417"/>
        </pc:sldMkLst>
      </pc:sldChg>
      <pc:sldChg chg="modSp add mod modAnim">
        <pc:chgData name="Michael Posner" userId="e401e998-08f8-4c5f-9c96-07aa887ae3c8" providerId="ADAL" clId="{7ECEAD72-3B8B-46BA-BD18-854AD5190F0A}" dt="2021-12-08T21:09:31.262" v="141" actId="122"/>
        <pc:sldMkLst>
          <pc:docMk/>
          <pc:sldMk cId="2810537713" sldId="514"/>
        </pc:sldMkLst>
        <pc:spChg chg="mod">
          <ac:chgData name="Michael Posner" userId="e401e998-08f8-4c5f-9c96-07aa887ae3c8" providerId="ADAL" clId="{7ECEAD72-3B8B-46BA-BD18-854AD5190F0A}" dt="2021-12-08T21:09:21.695" v="120" actId="20577"/>
          <ac:spMkLst>
            <pc:docMk/>
            <pc:sldMk cId="2810537713" sldId="514"/>
            <ac:spMk id="2" creationId="{350B3088-E2CA-4E90-A68E-AF4F3E30E56F}"/>
          </ac:spMkLst>
        </pc:spChg>
        <pc:spChg chg="mod">
          <ac:chgData name="Michael Posner" userId="e401e998-08f8-4c5f-9c96-07aa887ae3c8" providerId="ADAL" clId="{7ECEAD72-3B8B-46BA-BD18-854AD5190F0A}" dt="2021-12-08T21:09:31.262" v="141" actId="122"/>
          <ac:spMkLst>
            <pc:docMk/>
            <pc:sldMk cId="2810537713" sldId="514"/>
            <ac:spMk id="3" creationId="{401A7304-9B0C-4D20-ACFA-587837D7E1F5}"/>
          </ac:spMkLst>
        </pc:spChg>
      </pc:sldChg>
      <pc:sldChg chg="modSp mod">
        <pc:chgData name="Michael Posner" userId="e401e998-08f8-4c5f-9c96-07aa887ae3c8" providerId="ADAL" clId="{7ECEAD72-3B8B-46BA-BD18-854AD5190F0A}" dt="2021-12-08T20:45:28.148" v="28" actId="20577"/>
        <pc:sldMkLst>
          <pc:docMk/>
          <pc:sldMk cId="1155740610" sldId="539"/>
        </pc:sldMkLst>
        <pc:spChg chg="mod">
          <ac:chgData name="Michael Posner" userId="e401e998-08f8-4c5f-9c96-07aa887ae3c8" providerId="ADAL" clId="{7ECEAD72-3B8B-46BA-BD18-854AD5190F0A}" dt="2021-12-08T20:45:28.148" v="28" actId="20577"/>
          <ac:spMkLst>
            <pc:docMk/>
            <pc:sldMk cId="1155740610" sldId="539"/>
            <ac:spMk id="3" creationId="{00000000-0000-0000-0000-000000000000}"/>
          </ac:spMkLst>
        </pc:spChg>
      </pc:sldChg>
      <pc:sldChg chg="mod modShow">
        <pc:chgData name="Michael Posner" userId="e401e998-08f8-4c5f-9c96-07aa887ae3c8" providerId="ADAL" clId="{7ECEAD72-3B8B-46BA-BD18-854AD5190F0A}" dt="2021-12-08T20:48:39.554" v="33" actId="729"/>
        <pc:sldMkLst>
          <pc:docMk/>
          <pc:sldMk cId="2933234118" sldId="678"/>
        </pc:sldMkLst>
      </pc:sldChg>
      <pc:sldChg chg="addSp modSp modAnim">
        <pc:chgData name="Michael Posner" userId="e401e998-08f8-4c5f-9c96-07aa887ae3c8" providerId="ADAL" clId="{7ECEAD72-3B8B-46BA-BD18-854AD5190F0A}" dt="2021-12-08T20:48:23.227" v="32"/>
        <pc:sldMkLst>
          <pc:docMk/>
          <pc:sldMk cId="1819190346" sldId="679"/>
        </pc:sldMkLst>
        <pc:spChg chg="add mod">
          <ac:chgData name="Michael Posner" userId="e401e998-08f8-4c5f-9c96-07aa887ae3c8" providerId="ADAL" clId="{7ECEAD72-3B8B-46BA-BD18-854AD5190F0A}" dt="2021-12-08T20:48:23.227" v="32"/>
          <ac:spMkLst>
            <pc:docMk/>
            <pc:sldMk cId="1819190346" sldId="679"/>
            <ac:spMk id="5" creationId="{A5913C1E-DFB9-464D-B6E7-280F30B4CED8}"/>
          </ac:spMkLst>
        </pc:spChg>
      </pc:sldChg>
      <pc:sldChg chg="mod modShow">
        <pc:chgData name="Michael Posner" userId="e401e998-08f8-4c5f-9c96-07aa887ae3c8" providerId="ADAL" clId="{7ECEAD72-3B8B-46BA-BD18-854AD5190F0A}" dt="2021-12-08T20:45:53.344" v="29" actId="729"/>
        <pc:sldMkLst>
          <pc:docMk/>
          <pc:sldMk cId="279170245" sldId="681"/>
        </pc:sldMkLst>
      </pc:sldChg>
      <pc:sldChg chg="del">
        <pc:chgData name="Michael Posner" userId="e401e998-08f8-4c5f-9c96-07aa887ae3c8" providerId="ADAL" clId="{7ECEAD72-3B8B-46BA-BD18-854AD5190F0A}" dt="2021-12-08T20:49:14.577" v="35" actId="47"/>
        <pc:sldMkLst>
          <pc:docMk/>
          <pc:sldMk cId="110167528" sldId="688"/>
        </pc:sldMkLst>
      </pc:sldChg>
      <pc:sldChg chg="del">
        <pc:chgData name="Michael Posner" userId="e401e998-08f8-4c5f-9c96-07aa887ae3c8" providerId="ADAL" clId="{7ECEAD72-3B8B-46BA-BD18-854AD5190F0A}" dt="2021-12-08T20:49:27.858" v="37" actId="47"/>
        <pc:sldMkLst>
          <pc:docMk/>
          <pc:sldMk cId="1922691785" sldId="689"/>
        </pc:sldMkLst>
      </pc:sldChg>
      <pc:sldChg chg="modSp mod">
        <pc:chgData name="Michael Posner" userId="e401e998-08f8-4c5f-9c96-07aa887ae3c8" providerId="ADAL" clId="{7ECEAD72-3B8B-46BA-BD18-854AD5190F0A}" dt="2021-12-08T20:49:39.359" v="38" actId="20577"/>
        <pc:sldMkLst>
          <pc:docMk/>
          <pc:sldMk cId="3407904372" sldId="690"/>
        </pc:sldMkLst>
        <pc:spChg chg="mod">
          <ac:chgData name="Michael Posner" userId="e401e998-08f8-4c5f-9c96-07aa887ae3c8" providerId="ADAL" clId="{7ECEAD72-3B8B-46BA-BD18-854AD5190F0A}" dt="2021-12-08T20:49:39.359" v="38" actId="20577"/>
          <ac:spMkLst>
            <pc:docMk/>
            <pc:sldMk cId="3407904372" sldId="690"/>
            <ac:spMk id="3" creationId="{00000000-0000-0000-0000-000000000000}"/>
          </ac:spMkLst>
        </pc:spChg>
      </pc:sldChg>
      <pc:sldChg chg="modSp mod">
        <pc:chgData name="Michael Posner" userId="e401e998-08f8-4c5f-9c96-07aa887ae3c8" providerId="ADAL" clId="{7ECEAD72-3B8B-46BA-BD18-854AD5190F0A}" dt="2021-12-08T20:49:43.142" v="39" actId="20577"/>
        <pc:sldMkLst>
          <pc:docMk/>
          <pc:sldMk cId="1865679014" sldId="691"/>
        </pc:sldMkLst>
        <pc:spChg chg="mod">
          <ac:chgData name="Michael Posner" userId="e401e998-08f8-4c5f-9c96-07aa887ae3c8" providerId="ADAL" clId="{7ECEAD72-3B8B-46BA-BD18-854AD5190F0A}" dt="2021-12-08T20:49:43.142" v="39" actId="20577"/>
          <ac:spMkLst>
            <pc:docMk/>
            <pc:sldMk cId="1865679014" sldId="691"/>
            <ac:spMk id="3" creationId="{00000000-0000-0000-0000-000000000000}"/>
          </ac:spMkLst>
        </pc:spChg>
      </pc:sldChg>
      <pc:sldChg chg="del">
        <pc:chgData name="Michael Posner" userId="e401e998-08f8-4c5f-9c96-07aa887ae3c8" providerId="ADAL" clId="{7ECEAD72-3B8B-46BA-BD18-854AD5190F0A}" dt="2021-12-08T20:50:56.067" v="40" actId="47"/>
        <pc:sldMkLst>
          <pc:docMk/>
          <pc:sldMk cId="302628284" sldId="698"/>
        </pc:sldMkLst>
      </pc:sldChg>
      <pc:sldChg chg="modSp mod">
        <pc:chgData name="Michael Posner" userId="e401e998-08f8-4c5f-9c96-07aa887ae3c8" providerId="ADAL" clId="{7ECEAD72-3B8B-46BA-BD18-854AD5190F0A}" dt="2021-12-08T20:51:36.798" v="48" actId="20577"/>
        <pc:sldMkLst>
          <pc:docMk/>
          <pc:sldMk cId="1004683237" sldId="702"/>
        </pc:sldMkLst>
        <pc:spChg chg="mod">
          <ac:chgData name="Michael Posner" userId="e401e998-08f8-4c5f-9c96-07aa887ae3c8" providerId="ADAL" clId="{7ECEAD72-3B8B-46BA-BD18-854AD5190F0A}" dt="2021-12-08T20:51:36.798" v="48" actId="20577"/>
          <ac:spMkLst>
            <pc:docMk/>
            <pc:sldMk cId="1004683237" sldId="702"/>
            <ac:spMk id="2" creationId="{00000000-0000-0000-0000-000000000000}"/>
          </ac:spMkLst>
        </pc:spChg>
      </pc:sldChg>
      <pc:sldChg chg="del">
        <pc:chgData name="Michael Posner" userId="e401e998-08f8-4c5f-9c96-07aa887ae3c8" providerId="ADAL" clId="{7ECEAD72-3B8B-46BA-BD18-854AD5190F0A}" dt="2021-12-08T20:46:28.727" v="30" actId="2696"/>
        <pc:sldMkLst>
          <pc:docMk/>
          <pc:sldMk cId="1441383678" sldId="722"/>
        </pc:sldMkLst>
      </pc:sldChg>
      <pc:sldChg chg="add">
        <pc:chgData name="Michael Posner" userId="e401e998-08f8-4c5f-9c96-07aa887ae3c8" providerId="ADAL" clId="{7ECEAD72-3B8B-46BA-BD18-854AD5190F0A}" dt="2021-12-08T20:46:36.795" v="31"/>
        <pc:sldMkLst>
          <pc:docMk/>
          <pc:sldMk cId="3565908441" sldId="722"/>
        </pc:sldMkLst>
      </pc:sldChg>
      <pc:sldChg chg="modSp mod">
        <pc:chgData name="Michael Posner" userId="e401e998-08f8-4c5f-9c96-07aa887ae3c8" providerId="ADAL" clId="{7ECEAD72-3B8B-46BA-BD18-854AD5190F0A}" dt="2021-12-08T20:51:49.921" v="50" actId="14100"/>
        <pc:sldMkLst>
          <pc:docMk/>
          <pc:sldMk cId="3400256632" sldId="727"/>
        </pc:sldMkLst>
        <pc:picChg chg="mod">
          <ac:chgData name="Michael Posner" userId="e401e998-08f8-4c5f-9c96-07aa887ae3c8" providerId="ADAL" clId="{7ECEAD72-3B8B-46BA-BD18-854AD5190F0A}" dt="2021-12-08T20:51:49.921" v="50" actId="14100"/>
          <ac:picMkLst>
            <pc:docMk/>
            <pc:sldMk cId="3400256632" sldId="727"/>
            <ac:picMk id="4" creationId="{0C1A2674-0F92-4D6D-A2B9-2278C556626D}"/>
          </ac:picMkLst>
        </pc:picChg>
      </pc:sldChg>
      <pc:sldChg chg="add">
        <pc:chgData name="Michael Posner" userId="e401e998-08f8-4c5f-9c96-07aa887ae3c8" providerId="ADAL" clId="{7ECEAD72-3B8B-46BA-BD18-854AD5190F0A}" dt="2021-12-08T20:49:12.868" v="34"/>
        <pc:sldMkLst>
          <pc:docMk/>
          <pc:sldMk cId="1861711531" sldId="733"/>
        </pc:sldMkLst>
      </pc:sldChg>
      <pc:sldChg chg="add">
        <pc:chgData name="Michael Posner" userId="e401e998-08f8-4c5f-9c96-07aa887ae3c8" providerId="ADAL" clId="{7ECEAD72-3B8B-46BA-BD18-854AD5190F0A}" dt="2021-12-08T20:49:24.150" v="36"/>
        <pc:sldMkLst>
          <pc:docMk/>
          <pc:sldMk cId="3972419736" sldId="736"/>
        </pc:sldMkLst>
      </pc:sldChg>
      <pc:sldChg chg="add">
        <pc:chgData name="Michael Posner" userId="e401e998-08f8-4c5f-9c96-07aa887ae3c8" providerId="ADAL" clId="{7ECEAD72-3B8B-46BA-BD18-854AD5190F0A}" dt="2021-12-08T20:53:53.049" v="51"/>
        <pc:sldMkLst>
          <pc:docMk/>
          <pc:sldMk cId="3523875991" sldId="737"/>
        </pc:sldMkLst>
      </pc:sldChg>
      <pc:sldChg chg="add">
        <pc:chgData name="Michael Posner" userId="e401e998-08f8-4c5f-9c96-07aa887ae3c8" providerId="ADAL" clId="{7ECEAD72-3B8B-46BA-BD18-854AD5190F0A}" dt="2021-12-08T20:54:03.768" v="53"/>
        <pc:sldMkLst>
          <pc:docMk/>
          <pc:sldMk cId="2562848192" sldId="738"/>
        </pc:sldMkLst>
      </pc:sldChg>
    </pc:docChg>
  </pc:docChgLst>
  <pc:docChgLst>
    <pc:chgData name="Michael Posner" userId="e401e998-08f8-4c5f-9c96-07aa887ae3c8" providerId="ADAL" clId="{C58138DE-5925-4724-B4B0-8C20F7B0A89B}"/>
    <pc:docChg chg="undo custSel mod addSld delSld modSld sldOrd">
      <pc:chgData name="Michael Posner" userId="e401e998-08f8-4c5f-9c96-07aa887ae3c8" providerId="ADAL" clId="{C58138DE-5925-4724-B4B0-8C20F7B0A89B}" dt="2019-11-20T00:43:54.361" v="1849" actId="20577"/>
      <pc:docMkLst>
        <pc:docMk/>
      </pc:docMkLst>
      <pc:sldChg chg="modSp del">
        <pc:chgData name="Michael Posner" userId="e401e998-08f8-4c5f-9c96-07aa887ae3c8" providerId="ADAL" clId="{C58138DE-5925-4724-B4B0-8C20F7B0A89B}" dt="2019-11-11T16:26:24.483" v="1" actId="2696"/>
        <pc:sldMkLst>
          <pc:docMk/>
          <pc:sldMk cId="3751955577" sldId="537"/>
        </pc:sldMkLst>
        <pc:spChg chg="mod">
          <ac:chgData name="Michael Posner" userId="e401e998-08f8-4c5f-9c96-07aa887ae3c8" providerId="ADAL" clId="{C58138DE-5925-4724-B4B0-8C20F7B0A89B}" dt="2019-11-11T16:26:21.702" v="0" actId="27636"/>
          <ac:spMkLst>
            <pc:docMk/>
            <pc:sldMk cId="3751955577" sldId="537"/>
            <ac:spMk id="5" creationId="{00000000-0000-0000-0000-000000000000}"/>
          </ac:spMkLst>
        </pc:spChg>
      </pc:sldChg>
      <pc:sldChg chg="modSp">
        <pc:chgData name="Michael Posner" userId="e401e998-08f8-4c5f-9c96-07aa887ae3c8" providerId="ADAL" clId="{C58138DE-5925-4724-B4B0-8C20F7B0A89B}" dt="2019-11-14T03:19:12.371" v="1845" actId="207"/>
        <pc:sldMkLst>
          <pc:docMk/>
          <pc:sldMk cId="1155740610" sldId="539"/>
        </pc:sldMkLst>
        <pc:spChg chg="mod">
          <ac:chgData name="Michael Posner" userId="e401e998-08f8-4c5f-9c96-07aa887ae3c8" providerId="ADAL" clId="{C58138DE-5925-4724-B4B0-8C20F7B0A89B}" dt="2019-11-14T03:19:12.371" v="1845" actId="207"/>
          <ac:spMkLst>
            <pc:docMk/>
            <pc:sldMk cId="1155740610" sldId="539"/>
            <ac:spMk id="3" creationId="{00000000-0000-0000-0000-000000000000}"/>
          </ac:spMkLst>
        </pc:spChg>
      </pc:sldChg>
      <pc:sldChg chg="modSp">
        <pc:chgData name="Michael Posner" userId="e401e998-08f8-4c5f-9c96-07aa887ae3c8" providerId="ADAL" clId="{C58138DE-5925-4724-B4B0-8C20F7B0A89B}" dt="2019-11-11T16:27:14.454" v="62" actId="20577"/>
        <pc:sldMkLst>
          <pc:docMk/>
          <pc:sldMk cId="3417055607" sldId="674"/>
        </pc:sldMkLst>
        <pc:spChg chg="mod">
          <ac:chgData name="Michael Posner" userId="e401e998-08f8-4c5f-9c96-07aa887ae3c8" providerId="ADAL" clId="{C58138DE-5925-4724-B4B0-8C20F7B0A89B}" dt="2019-11-11T16:27:14.454" v="62" actId="20577"/>
          <ac:spMkLst>
            <pc:docMk/>
            <pc:sldMk cId="3417055607" sldId="674"/>
            <ac:spMk id="2" creationId="{00000000-0000-0000-0000-000000000000}"/>
          </ac:spMkLst>
        </pc:spChg>
      </pc:sldChg>
      <pc:sldChg chg="modNotesTx">
        <pc:chgData name="Michael Posner" userId="e401e998-08f8-4c5f-9c96-07aa887ae3c8" providerId="ADAL" clId="{C58138DE-5925-4724-B4B0-8C20F7B0A89B}" dt="2019-11-20T00:43:54.361" v="1849" actId="20577"/>
        <pc:sldMkLst>
          <pc:docMk/>
          <pc:sldMk cId="3401147373" sldId="685"/>
        </pc:sldMkLst>
      </pc:sldChg>
      <pc:sldChg chg="modSp">
        <pc:chgData name="Michael Posner" userId="e401e998-08f8-4c5f-9c96-07aa887ae3c8" providerId="ADAL" clId="{C58138DE-5925-4724-B4B0-8C20F7B0A89B}" dt="2019-11-11T16:41:19.320" v="114" actId="20577"/>
        <pc:sldMkLst>
          <pc:docMk/>
          <pc:sldMk cId="1865679014" sldId="691"/>
        </pc:sldMkLst>
        <pc:spChg chg="mod">
          <ac:chgData name="Michael Posner" userId="e401e998-08f8-4c5f-9c96-07aa887ae3c8" providerId="ADAL" clId="{C58138DE-5925-4724-B4B0-8C20F7B0A89B}" dt="2019-11-11T16:41:19.320" v="114" actId="20577"/>
          <ac:spMkLst>
            <pc:docMk/>
            <pc:sldMk cId="1865679014" sldId="691"/>
            <ac:spMk id="3" creationId="{00000000-0000-0000-0000-000000000000}"/>
          </ac:spMkLst>
        </pc:spChg>
      </pc:sldChg>
      <pc:sldChg chg="addSp delSp modSp modAnim">
        <pc:chgData name="Michael Posner" userId="e401e998-08f8-4c5f-9c96-07aa887ae3c8" providerId="ADAL" clId="{C58138DE-5925-4724-B4B0-8C20F7B0A89B}" dt="2019-11-11T19:51:14.789" v="1039" actId="14100"/>
        <pc:sldMkLst>
          <pc:docMk/>
          <pc:sldMk cId="1793269679" sldId="692"/>
        </pc:sldMkLst>
        <pc:spChg chg="mod">
          <ac:chgData name="Michael Posner" userId="e401e998-08f8-4c5f-9c96-07aa887ae3c8" providerId="ADAL" clId="{C58138DE-5925-4724-B4B0-8C20F7B0A89B}" dt="2019-11-11T19:51:14.789" v="1039" actId="14100"/>
          <ac:spMkLst>
            <pc:docMk/>
            <pc:sldMk cId="1793269679" sldId="692"/>
            <ac:spMk id="2" creationId="{00000000-0000-0000-0000-000000000000}"/>
          </ac:spMkLst>
        </pc:spChg>
        <pc:picChg chg="del">
          <ac:chgData name="Michael Posner" userId="e401e998-08f8-4c5f-9c96-07aa887ae3c8" providerId="ADAL" clId="{C58138DE-5925-4724-B4B0-8C20F7B0A89B}" dt="2019-11-11T19:43:55.031" v="1005" actId="478"/>
          <ac:picMkLst>
            <pc:docMk/>
            <pc:sldMk cId="1793269679" sldId="692"/>
            <ac:picMk id="4" creationId="{00000000-0000-0000-0000-000000000000}"/>
          </ac:picMkLst>
        </pc:picChg>
        <pc:picChg chg="add mod">
          <ac:chgData name="Michael Posner" userId="e401e998-08f8-4c5f-9c96-07aa887ae3c8" providerId="ADAL" clId="{C58138DE-5925-4724-B4B0-8C20F7B0A89B}" dt="2019-11-11T19:44:53.737" v="1008" actId="14100"/>
          <ac:picMkLst>
            <pc:docMk/>
            <pc:sldMk cId="1793269679" sldId="692"/>
            <ac:picMk id="5" creationId="{C4C9A65E-4C1A-409F-A878-5C5F431F5C56}"/>
          </ac:picMkLst>
        </pc:picChg>
      </pc:sldChg>
      <pc:sldChg chg="addSp delSp modSp mod setBg modAnim setClrOvrMap">
        <pc:chgData name="Michael Posner" userId="e401e998-08f8-4c5f-9c96-07aa887ae3c8" providerId="ADAL" clId="{C58138DE-5925-4724-B4B0-8C20F7B0A89B}" dt="2019-11-11T19:51:28.272" v="1043"/>
        <pc:sldMkLst>
          <pc:docMk/>
          <pc:sldMk cId="3952549210" sldId="693"/>
        </pc:sldMkLst>
        <pc:spChg chg="mod">
          <ac:chgData name="Michael Posner" userId="e401e998-08f8-4c5f-9c96-07aa887ae3c8" providerId="ADAL" clId="{C58138DE-5925-4724-B4B0-8C20F7B0A89B}" dt="2019-11-11T19:43:51.931" v="1004" actId="26606"/>
          <ac:spMkLst>
            <pc:docMk/>
            <pc:sldMk cId="3952549210" sldId="693"/>
            <ac:spMk id="2" creationId="{00000000-0000-0000-0000-000000000000}"/>
          </ac:spMkLst>
        </pc:spChg>
        <pc:spChg chg="mod ord">
          <ac:chgData name="Michael Posner" userId="e401e998-08f8-4c5f-9c96-07aa887ae3c8" providerId="ADAL" clId="{C58138DE-5925-4724-B4B0-8C20F7B0A89B}" dt="2019-11-11T19:50:48.975" v="1018" actId="27636"/>
          <ac:spMkLst>
            <pc:docMk/>
            <pc:sldMk cId="3952549210" sldId="693"/>
            <ac:spMk id="3" creationId="{00000000-0000-0000-0000-000000000000}"/>
          </ac:spMkLst>
        </pc:spChg>
        <pc:spChg chg="add del">
          <ac:chgData name="Michael Posner" userId="e401e998-08f8-4c5f-9c96-07aa887ae3c8" providerId="ADAL" clId="{C58138DE-5925-4724-B4B0-8C20F7B0A89B}" dt="2019-11-11T19:43:51.931" v="1004" actId="26606"/>
          <ac:spMkLst>
            <pc:docMk/>
            <pc:sldMk cId="3952549210" sldId="693"/>
            <ac:spMk id="9" creationId="{46130003-5222-4875-8738-1217755C7AC3}"/>
          </ac:spMkLst>
        </pc:spChg>
        <pc:spChg chg="add del">
          <ac:chgData name="Michael Posner" userId="e401e998-08f8-4c5f-9c96-07aa887ae3c8" providerId="ADAL" clId="{C58138DE-5925-4724-B4B0-8C20F7B0A89B}" dt="2019-11-11T19:43:51.931" v="1004" actId="26606"/>
          <ac:spMkLst>
            <pc:docMk/>
            <pc:sldMk cId="3952549210" sldId="693"/>
            <ac:spMk id="11" creationId="{3E388DCC-9257-412E-811D-30F74D4CB7AA}"/>
          </ac:spMkLst>
        </pc:spChg>
        <pc:picChg chg="add mod">
          <ac:chgData name="Michael Posner" userId="e401e998-08f8-4c5f-9c96-07aa887ae3c8" providerId="ADAL" clId="{C58138DE-5925-4724-B4B0-8C20F7B0A89B}" dt="2019-11-11T19:45:35.081" v="1012" actId="14100"/>
          <ac:picMkLst>
            <pc:docMk/>
            <pc:sldMk cId="3952549210" sldId="693"/>
            <ac:picMk id="4" creationId="{FF656F34-A4B8-48BE-8582-62E1A48C4C66}"/>
          </ac:picMkLst>
        </pc:picChg>
        <pc:picChg chg="del">
          <ac:chgData name="Michael Posner" userId="e401e998-08f8-4c5f-9c96-07aa887ae3c8" providerId="ADAL" clId="{C58138DE-5925-4724-B4B0-8C20F7B0A89B}" dt="2019-11-11T19:43:41.889" v="998" actId="478"/>
          <ac:picMkLst>
            <pc:docMk/>
            <pc:sldMk cId="3952549210" sldId="693"/>
            <ac:picMk id="5" creationId="{00000000-0000-0000-0000-000000000000}"/>
          </ac:picMkLst>
        </pc:picChg>
      </pc:sldChg>
      <pc:sldChg chg="modSp ord">
        <pc:chgData name="Michael Posner" userId="e401e998-08f8-4c5f-9c96-07aa887ae3c8" providerId="ADAL" clId="{C58138DE-5925-4724-B4B0-8C20F7B0A89B}" dt="2019-11-12T23:10:23.754" v="1107"/>
        <pc:sldMkLst>
          <pc:docMk/>
          <pc:sldMk cId="2133598558" sldId="694"/>
        </pc:sldMkLst>
        <pc:spChg chg="mod">
          <ac:chgData name="Michael Posner" userId="e401e998-08f8-4c5f-9c96-07aa887ae3c8" providerId="ADAL" clId="{C58138DE-5925-4724-B4B0-8C20F7B0A89B}" dt="2019-11-12T23:10:20.324" v="1105" actId="20577"/>
          <ac:spMkLst>
            <pc:docMk/>
            <pc:sldMk cId="2133598558" sldId="694"/>
            <ac:spMk id="2" creationId="{00000000-0000-0000-0000-000000000000}"/>
          </ac:spMkLst>
        </pc:spChg>
      </pc:sldChg>
      <pc:sldChg chg="addSp delSp modSp ord">
        <pc:chgData name="Michael Posner" userId="e401e998-08f8-4c5f-9c96-07aa887ae3c8" providerId="ADAL" clId="{C58138DE-5925-4724-B4B0-8C20F7B0A89B}" dt="2019-11-12T23:10:32.754" v="1109"/>
        <pc:sldMkLst>
          <pc:docMk/>
          <pc:sldMk cId="561925222" sldId="695"/>
        </pc:sldMkLst>
        <pc:spChg chg="mod">
          <ac:chgData name="Michael Posner" userId="e401e998-08f8-4c5f-9c96-07aa887ae3c8" providerId="ADAL" clId="{C58138DE-5925-4724-B4B0-8C20F7B0A89B}" dt="2019-11-11T16:32:34.718" v="63"/>
          <ac:spMkLst>
            <pc:docMk/>
            <pc:sldMk cId="561925222" sldId="695"/>
            <ac:spMk id="4" creationId="{00000000-0000-0000-0000-000000000000}"/>
          </ac:spMkLst>
        </pc:spChg>
        <pc:picChg chg="add mod">
          <ac:chgData name="Michael Posner" userId="e401e998-08f8-4c5f-9c96-07aa887ae3c8" providerId="ADAL" clId="{C58138DE-5925-4724-B4B0-8C20F7B0A89B}" dt="2019-11-11T16:33:40.061" v="69" actId="1076"/>
          <ac:picMkLst>
            <pc:docMk/>
            <pc:sldMk cId="561925222" sldId="695"/>
            <ac:picMk id="5" creationId="{A01A241F-8E78-4422-AE6C-1096BEE5A297}"/>
          </ac:picMkLst>
        </pc:picChg>
        <pc:picChg chg="del">
          <ac:chgData name="Michael Posner" userId="e401e998-08f8-4c5f-9c96-07aa887ae3c8" providerId="ADAL" clId="{C58138DE-5925-4724-B4B0-8C20F7B0A89B}" dt="2019-11-11T16:33:29.169" v="64" actId="478"/>
          <ac:picMkLst>
            <pc:docMk/>
            <pc:sldMk cId="561925222" sldId="695"/>
            <ac:picMk id="6" creationId="{00000000-0000-0000-0000-000000000000}"/>
          </ac:picMkLst>
        </pc:picChg>
      </pc:sldChg>
      <pc:sldChg chg="addSp delSp modSp">
        <pc:chgData name="Michael Posner" userId="e401e998-08f8-4c5f-9c96-07aa887ae3c8" providerId="ADAL" clId="{C58138DE-5925-4724-B4B0-8C20F7B0A89B}" dt="2019-11-12T23:57:18.649" v="1819" actId="1076"/>
        <pc:sldMkLst>
          <pc:docMk/>
          <pc:sldMk cId="3256820265" sldId="696"/>
        </pc:sldMkLst>
        <pc:spChg chg="mod">
          <ac:chgData name="Michael Posner" userId="e401e998-08f8-4c5f-9c96-07aa887ae3c8" providerId="ADAL" clId="{C58138DE-5925-4724-B4B0-8C20F7B0A89B}" dt="2019-11-12T23:10:13.465" v="1104" actId="20577"/>
          <ac:spMkLst>
            <pc:docMk/>
            <pc:sldMk cId="3256820265" sldId="696"/>
            <ac:spMk id="2" creationId="{00000000-0000-0000-0000-000000000000}"/>
          </ac:spMkLst>
        </pc:spChg>
        <pc:spChg chg="mod">
          <ac:chgData name="Michael Posner" userId="e401e998-08f8-4c5f-9c96-07aa887ae3c8" providerId="ADAL" clId="{C58138DE-5925-4724-B4B0-8C20F7B0A89B}" dt="2019-11-12T23:44:46.268" v="1743" actId="1035"/>
          <ac:spMkLst>
            <pc:docMk/>
            <pc:sldMk cId="3256820265" sldId="696"/>
            <ac:spMk id="3" creationId="{00000000-0000-0000-0000-000000000000}"/>
          </ac:spMkLst>
        </pc:spChg>
        <pc:spChg chg="add del">
          <ac:chgData name="Michael Posner" userId="e401e998-08f8-4c5f-9c96-07aa887ae3c8" providerId="ADAL" clId="{C58138DE-5925-4724-B4B0-8C20F7B0A89B}" dt="2019-11-12T23:57:09.895" v="1815"/>
          <ac:spMkLst>
            <pc:docMk/>
            <pc:sldMk cId="3256820265" sldId="696"/>
            <ac:spMk id="5" creationId="{D5423E52-30E7-479E-AE0C-71282F1D75F3}"/>
          </ac:spMkLst>
        </pc:spChg>
        <pc:picChg chg="add del mod">
          <ac:chgData name="Michael Posner" userId="e401e998-08f8-4c5f-9c96-07aa887ae3c8" providerId="ADAL" clId="{C58138DE-5925-4724-B4B0-8C20F7B0A89B}" dt="2019-11-12T23:57:03.693" v="1813" actId="478"/>
          <ac:picMkLst>
            <pc:docMk/>
            <pc:sldMk cId="3256820265" sldId="696"/>
            <ac:picMk id="4" creationId="{C3423172-2E62-4CB1-95B9-375EB7EC6DCE}"/>
          </ac:picMkLst>
        </pc:picChg>
        <pc:picChg chg="add mod">
          <ac:chgData name="Michael Posner" userId="e401e998-08f8-4c5f-9c96-07aa887ae3c8" providerId="ADAL" clId="{C58138DE-5925-4724-B4B0-8C20F7B0A89B}" dt="2019-11-12T23:57:18.649" v="1819" actId="1076"/>
          <ac:picMkLst>
            <pc:docMk/>
            <pc:sldMk cId="3256820265" sldId="696"/>
            <ac:picMk id="6" creationId="{A90DFD2D-3B81-452B-8A12-BBD4694C62F0}"/>
          </ac:picMkLst>
        </pc:picChg>
      </pc:sldChg>
      <pc:sldChg chg="modSp">
        <pc:chgData name="Michael Posner" userId="e401e998-08f8-4c5f-9c96-07aa887ae3c8" providerId="ADAL" clId="{C58138DE-5925-4724-B4B0-8C20F7B0A89B}" dt="2019-11-12T23:45:53.862" v="1747" actId="20577"/>
        <pc:sldMkLst>
          <pc:docMk/>
          <pc:sldMk cId="701971161" sldId="697"/>
        </pc:sldMkLst>
        <pc:spChg chg="mod">
          <ac:chgData name="Michael Posner" userId="e401e998-08f8-4c5f-9c96-07aa887ae3c8" providerId="ADAL" clId="{C58138DE-5925-4724-B4B0-8C20F7B0A89B}" dt="2019-11-12T23:45:53.862" v="1747" actId="20577"/>
          <ac:spMkLst>
            <pc:docMk/>
            <pc:sldMk cId="701971161" sldId="697"/>
            <ac:spMk id="2" creationId="{00000000-0000-0000-0000-000000000000}"/>
          </ac:spMkLst>
        </pc:spChg>
        <pc:spChg chg="mod">
          <ac:chgData name="Michael Posner" userId="e401e998-08f8-4c5f-9c96-07aa887ae3c8" providerId="ADAL" clId="{C58138DE-5925-4724-B4B0-8C20F7B0A89B}" dt="2019-11-11T16:46:41.379" v="126" actId="20577"/>
          <ac:spMkLst>
            <pc:docMk/>
            <pc:sldMk cId="701971161" sldId="697"/>
            <ac:spMk id="3" creationId="{00000000-0000-0000-0000-000000000000}"/>
          </ac:spMkLst>
        </pc:spChg>
      </pc:sldChg>
      <pc:sldChg chg="modSp add del modAnim">
        <pc:chgData name="Michael Posner" userId="e401e998-08f8-4c5f-9c96-07aa887ae3c8" providerId="ADAL" clId="{C58138DE-5925-4724-B4B0-8C20F7B0A89B}" dt="2019-11-11T16:52:19.142" v="350"/>
        <pc:sldMkLst>
          <pc:docMk/>
          <pc:sldMk cId="302628284" sldId="698"/>
        </pc:sldMkLst>
        <pc:spChg chg="mod">
          <ac:chgData name="Michael Posner" userId="e401e998-08f8-4c5f-9c96-07aa887ae3c8" providerId="ADAL" clId="{C58138DE-5925-4724-B4B0-8C20F7B0A89B}" dt="2019-11-11T16:52:00.003" v="279" actId="20577"/>
          <ac:spMkLst>
            <pc:docMk/>
            <pc:sldMk cId="302628284" sldId="698"/>
            <ac:spMk id="2" creationId="{00000000-0000-0000-0000-000000000000}"/>
          </ac:spMkLst>
        </pc:spChg>
        <pc:spChg chg="mod">
          <ac:chgData name="Michael Posner" userId="e401e998-08f8-4c5f-9c96-07aa887ae3c8" providerId="ADAL" clId="{C58138DE-5925-4724-B4B0-8C20F7B0A89B}" dt="2019-11-11T16:52:14.069" v="347" actId="20577"/>
          <ac:spMkLst>
            <pc:docMk/>
            <pc:sldMk cId="302628284" sldId="698"/>
            <ac:spMk id="3" creationId="{00000000-0000-0000-0000-000000000000}"/>
          </ac:spMkLst>
        </pc:spChg>
      </pc:sldChg>
      <pc:sldChg chg="addSp modSp modAnim">
        <pc:chgData name="Michael Posner" userId="e401e998-08f8-4c5f-9c96-07aa887ae3c8" providerId="ADAL" clId="{C58138DE-5925-4724-B4B0-8C20F7B0A89B}" dt="2019-11-12T23:45:58.696" v="1749" actId="20577"/>
        <pc:sldMkLst>
          <pc:docMk/>
          <pc:sldMk cId="628741516" sldId="699"/>
        </pc:sldMkLst>
        <pc:spChg chg="mod">
          <ac:chgData name="Michael Posner" userId="e401e998-08f8-4c5f-9c96-07aa887ae3c8" providerId="ADAL" clId="{C58138DE-5925-4724-B4B0-8C20F7B0A89B}" dt="2019-11-12T23:45:58.696" v="1749" actId="20577"/>
          <ac:spMkLst>
            <pc:docMk/>
            <pc:sldMk cId="628741516" sldId="699"/>
            <ac:spMk id="2" creationId="{00000000-0000-0000-0000-000000000000}"/>
          </ac:spMkLst>
        </pc:spChg>
        <pc:spChg chg="mod">
          <ac:chgData name="Michael Posner" userId="e401e998-08f8-4c5f-9c96-07aa887ae3c8" providerId="ADAL" clId="{C58138DE-5925-4724-B4B0-8C20F7B0A89B}" dt="2019-11-11T18:06:41.858" v="451" actId="20577"/>
          <ac:spMkLst>
            <pc:docMk/>
            <pc:sldMk cId="628741516" sldId="699"/>
            <ac:spMk id="3" creationId="{00000000-0000-0000-0000-000000000000}"/>
          </ac:spMkLst>
        </pc:spChg>
        <pc:picChg chg="add mod">
          <ac:chgData name="Michael Posner" userId="e401e998-08f8-4c5f-9c96-07aa887ae3c8" providerId="ADAL" clId="{C58138DE-5925-4724-B4B0-8C20F7B0A89B}" dt="2019-11-11T18:05:31.756" v="375" actId="14100"/>
          <ac:picMkLst>
            <pc:docMk/>
            <pc:sldMk cId="628741516" sldId="699"/>
            <ac:picMk id="4" creationId="{9E7C2784-D023-41F4-848C-7C565D86DB93}"/>
          </ac:picMkLst>
        </pc:picChg>
      </pc:sldChg>
      <pc:sldChg chg="addSp delSp modSp delAnim modAnim">
        <pc:chgData name="Michael Posner" userId="e401e998-08f8-4c5f-9c96-07aa887ae3c8" providerId="ADAL" clId="{C58138DE-5925-4724-B4B0-8C20F7B0A89B}" dt="2019-11-12T23:46:10.990" v="1763" actId="20577"/>
        <pc:sldMkLst>
          <pc:docMk/>
          <pc:sldMk cId="1524589288" sldId="700"/>
        </pc:sldMkLst>
        <pc:spChg chg="mod">
          <ac:chgData name="Michael Posner" userId="e401e998-08f8-4c5f-9c96-07aa887ae3c8" providerId="ADAL" clId="{C58138DE-5925-4724-B4B0-8C20F7B0A89B}" dt="2019-11-12T23:46:10.990" v="1763" actId="20577"/>
          <ac:spMkLst>
            <pc:docMk/>
            <pc:sldMk cId="1524589288" sldId="700"/>
            <ac:spMk id="2" creationId="{00000000-0000-0000-0000-000000000000}"/>
          </ac:spMkLst>
        </pc:spChg>
        <pc:spChg chg="mod">
          <ac:chgData name="Michael Posner" userId="e401e998-08f8-4c5f-9c96-07aa887ae3c8" providerId="ADAL" clId="{C58138DE-5925-4724-B4B0-8C20F7B0A89B}" dt="2019-11-11T19:12:28.011" v="849" actId="20577"/>
          <ac:spMkLst>
            <pc:docMk/>
            <pc:sldMk cId="1524589288" sldId="700"/>
            <ac:spMk id="3" creationId="{00000000-0000-0000-0000-000000000000}"/>
          </ac:spMkLst>
        </pc:spChg>
        <pc:picChg chg="add del mod">
          <ac:chgData name="Michael Posner" userId="e401e998-08f8-4c5f-9c96-07aa887ae3c8" providerId="ADAL" clId="{C58138DE-5925-4724-B4B0-8C20F7B0A89B}" dt="2019-11-11T19:05:33.949" v="797" actId="478"/>
          <ac:picMkLst>
            <pc:docMk/>
            <pc:sldMk cId="1524589288" sldId="700"/>
            <ac:picMk id="4" creationId="{A745C29B-B827-4B8E-A63D-3C5F9B39E360}"/>
          </ac:picMkLst>
        </pc:picChg>
        <pc:picChg chg="add del mod">
          <ac:chgData name="Michael Posner" userId="e401e998-08f8-4c5f-9c96-07aa887ae3c8" providerId="ADAL" clId="{C58138DE-5925-4724-B4B0-8C20F7B0A89B}" dt="2019-11-11T19:12:41.338" v="850" actId="478"/>
          <ac:picMkLst>
            <pc:docMk/>
            <pc:sldMk cId="1524589288" sldId="700"/>
            <ac:picMk id="5" creationId="{C50D1FBD-1796-4C00-A1BA-0FDBD2E0C8F6}"/>
          </ac:picMkLst>
        </pc:picChg>
        <pc:picChg chg="add mod">
          <ac:chgData name="Michael Posner" userId="e401e998-08f8-4c5f-9c96-07aa887ae3c8" providerId="ADAL" clId="{C58138DE-5925-4724-B4B0-8C20F7B0A89B}" dt="2019-11-11T19:12:47.337" v="853" actId="14100"/>
          <ac:picMkLst>
            <pc:docMk/>
            <pc:sldMk cId="1524589288" sldId="700"/>
            <ac:picMk id="6" creationId="{5D215B3B-8E28-4496-85F7-B1C5A10744E2}"/>
          </ac:picMkLst>
        </pc:picChg>
      </pc:sldChg>
      <pc:sldChg chg="addSp delSp modSp modAnim">
        <pc:chgData name="Michael Posner" userId="e401e998-08f8-4c5f-9c96-07aa887ae3c8" providerId="ADAL" clId="{C58138DE-5925-4724-B4B0-8C20F7B0A89B}" dt="2019-11-12T23:46:56.991" v="1810" actId="20577"/>
        <pc:sldMkLst>
          <pc:docMk/>
          <pc:sldMk cId="1694623162" sldId="701"/>
        </pc:sldMkLst>
        <pc:spChg chg="mod">
          <ac:chgData name="Michael Posner" userId="e401e998-08f8-4c5f-9c96-07aa887ae3c8" providerId="ADAL" clId="{C58138DE-5925-4724-B4B0-8C20F7B0A89B}" dt="2019-11-12T23:46:56.991" v="1810" actId="20577"/>
          <ac:spMkLst>
            <pc:docMk/>
            <pc:sldMk cId="1694623162" sldId="701"/>
            <ac:spMk id="2" creationId="{00000000-0000-0000-0000-000000000000}"/>
          </ac:spMkLst>
        </pc:spChg>
        <pc:spChg chg="mod">
          <ac:chgData name="Michael Posner" userId="e401e998-08f8-4c5f-9c96-07aa887ae3c8" providerId="ADAL" clId="{C58138DE-5925-4724-B4B0-8C20F7B0A89B}" dt="2019-11-11T19:33:37.290" v="948" actId="20577"/>
          <ac:spMkLst>
            <pc:docMk/>
            <pc:sldMk cId="1694623162" sldId="701"/>
            <ac:spMk id="3" creationId="{00000000-0000-0000-0000-000000000000}"/>
          </ac:spMkLst>
        </pc:spChg>
        <pc:picChg chg="add mod">
          <ac:chgData name="Michael Posner" userId="e401e998-08f8-4c5f-9c96-07aa887ae3c8" providerId="ADAL" clId="{C58138DE-5925-4724-B4B0-8C20F7B0A89B}" dt="2019-11-11T19:33:39.642" v="949" actId="14100"/>
          <ac:picMkLst>
            <pc:docMk/>
            <pc:sldMk cId="1694623162" sldId="701"/>
            <ac:picMk id="4" creationId="{715129C0-5C62-43F2-94DF-D58105A3D359}"/>
          </ac:picMkLst>
        </pc:picChg>
        <pc:picChg chg="del">
          <ac:chgData name="Michael Posner" userId="e401e998-08f8-4c5f-9c96-07aa887ae3c8" providerId="ADAL" clId="{C58138DE-5925-4724-B4B0-8C20F7B0A89B}" dt="2019-11-11T19:32:35.062" v="926" actId="478"/>
          <ac:picMkLst>
            <pc:docMk/>
            <pc:sldMk cId="1694623162" sldId="701"/>
            <ac:picMk id="6" creationId="{00000000-0000-0000-0000-000000000000}"/>
          </ac:picMkLst>
        </pc:picChg>
      </pc:sldChg>
      <pc:sldChg chg="delSp modSp modAnim">
        <pc:chgData name="Michael Posner" userId="e401e998-08f8-4c5f-9c96-07aa887ae3c8" providerId="ADAL" clId="{C58138DE-5925-4724-B4B0-8C20F7B0A89B}" dt="2019-11-12T23:47:00.965" v="1812" actId="20577"/>
        <pc:sldMkLst>
          <pc:docMk/>
          <pc:sldMk cId="1004683237" sldId="702"/>
        </pc:sldMkLst>
        <pc:spChg chg="mod">
          <ac:chgData name="Michael Posner" userId="e401e998-08f8-4c5f-9c96-07aa887ae3c8" providerId="ADAL" clId="{C58138DE-5925-4724-B4B0-8C20F7B0A89B}" dt="2019-11-12T23:47:00.965" v="1812" actId="20577"/>
          <ac:spMkLst>
            <pc:docMk/>
            <pc:sldMk cId="1004683237" sldId="702"/>
            <ac:spMk id="2" creationId="{00000000-0000-0000-0000-000000000000}"/>
          </ac:spMkLst>
        </pc:spChg>
        <pc:spChg chg="mod">
          <ac:chgData name="Michael Posner" userId="e401e998-08f8-4c5f-9c96-07aa887ae3c8" providerId="ADAL" clId="{C58138DE-5925-4724-B4B0-8C20F7B0A89B}" dt="2019-11-11T19:35:16.973" v="957" actId="20577"/>
          <ac:spMkLst>
            <pc:docMk/>
            <pc:sldMk cId="1004683237" sldId="702"/>
            <ac:spMk id="3" creationId="{00000000-0000-0000-0000-000000000000}"/>
          </ac:spMkLst>
        </pc:spChg>
        <pc:picChg chg="del">
          <ac:chgData name="Michael Posner" userId="e401e998-08f8-4c5f-9c96-07aa887ae3c8" providerId="ADAL" clId="{C58138DE-5925-4724-B4B0-8C20F7B0A89B}" dt="2019-11-11T19:34:44.516" v="950" actId="478"/>
          <ac:picMkLst>
            <pc:docMk/>
            <pc:sldMk cId="1004683237" sldId="702"/>
            <ac:picMk id="6" creationId="{00000000-0000-0000-0000-000000000000}"/>
          </ac:picMkLst>
        </pc:picChg>
      </pc:sldChg>
      <pc:sldChg chg="modSp">
        <pc:chgData name="Michael Posner" userId="e401e998-08f8-4c5f-9c96-07aa887ae3c8" providerId="ADAL" clId="{C58138DE-5925-4724-B4B0-8C20F7B0A89B}" dt="2019-11-11T16:27:04.186" v="42" actId="20577"/>
        <pc:sldMkLst>
          <pc:docMk/>
          <pc:sldMk cId="2225711518" sldId="721"/>
        </pc:sldMkLst>
        <pc:spChg chg="mod">
          <ac:chgData name="Michael Posner" userId="e401e998-08f8-4c5f-9c96-07aa887ae3c8" providerId="ADAL" clId="{C58138DE-5925-4724-B4B0-8C20F7B0A89B}" dt="2019-11-11T16:27:04.186" v="42" actId="20577"/>
          <ac:spMkLst>
            <pc:docMk/>
            <pc:sldMk cId="2225711518" sldId="721"/>
            <ac:spMk id="4" creationId="{00000000-0000-0000-0000-000000000000}"/>
          </ac:spMkLst>
        </pc:spChg>
      </pc:sldChg>
      <pc:sldChg chg="addSp delSp modSp add">
        <pc:chgData name="Michael Posner" userId="e401e998-08f8-4c5f-9c96-07aa887ae3c8" providerId="ADAL" clId="{C58138DE-5925-4724-B4B0-8C20F7B0A89B}" dt="2019-11-11T19:37:53.439" v="988" actId="5793"/>
        <pc:sldMkLst>
          <pc:docMk/>
          <pc:sldMk cId="1441383678" sldId="722"/>
        </pc:sldMkLst>
        <pc:spChg chg="mod">
          <ac:chgData name="Michael Posner" userId="e401e998-08f8-4c5f-9c96-07aa887ae3c8" providerId="ADAL" clId="{C58138DE-5925-4724-B4B0-8C20F7B0A89B}" dt="2019-11-11T19:37:44.923" v="982" actId="20577"/>
          <ac:spMkLst>
            <pc:docMk/>
            <pc:sldMk cId="1441383678" sldId="722"/>
            <ac:spMk id="2" creationId="{15E48C57-F1F9-4A21-A1D3-2720CE992B4A}"/>
          </ac:spMkLst>
        </pc:spChg>
        <pc:spChg chg="mod">
          <ac:chgData name="Michael Posner" userId="e401e998-08f8-4c5f-9c96-07aa887ae3c8" providerId="ADAL" clId="{C58138DE-5925-4724-B4B0-8C20F7B0A89B}" dt="2019-11-11T19:37:53.439" v="988" actId="5793"/>
          <ac:spMkLst>
            <pc:docMk/>
            <pc:sldMk cId="1441383678" sldId="722"/>
            <ac:spMk id="3" creationId="{D78C33EA-11E5-4AAF-A4CA-D91543EDB740}"/>
          </ac:spMkLst>
        </pc:spChg>
        <pc:spChg chg="add del">
          <ac:chgData name="Michael Posner" userId="e401e998-08f8-4c5f-9c96-07aa887ae3c8" providerId="ADAL" clId="{C58138DE-5925-4724-B4B0-8C20F7B0A89B}" dt="2019-11-11T16:48:19.277" v="233"/>
          <ac:spMkLst>
            <pc:docMk/>
            <pc:sldMk cId="1441383678" sldId="722"/>
            <ac:spMk id="4" creationId="{7AD6C4D7-F24E-4D8E-A6F6-15425BB31AF7}"/>
          </ac:spMkLst>
        </pc:spChg>
      </pc:sldChg>
      <pc:sldChg chg="modSp add modAnim">
        <pc:chgData name="Michael Posner" userId="e401e998-08f8-4c5f-9c96-07aa887ae3c8" providerId="ADAL" clId="{C58138DE-5925-4724-B4B0-8C20F7B0A89B}" dt="2019-11-12T23:46:18.092" v="1777" actId="20577"/>
        <pc:sldMkLst>
          <pc:docMk/>
          <pc:sldMk cId="332179350" sldId="723"/>
        </pc:sldMkLst>
        <pc:spChg chg="mod">
          <ac:chgData name="Michael Posner" userId="e401e998-08f8-4c5f-9c96-07aa887ae3c8" providerId="ADAL" clId="{C58138DE-5925-4724-B4B0-8C20F7B0A89B}" dt="2019-11-12T23:46:18.092" v="1777" actId="20577"/>
          <ac:spMkLst>
            <pc:docMk/>
            <pc:sldMk cId="332179350" sldId="723"/>
            <ac:spMk id="2" creationId="{55EF0C3A-4699-4956-A4C5-07FBFB95ADDA}"/>
          </ac:spMkLst>
        </pc:spChg>
        <pc:spChg chg="mod">
          <ac:chgData name="Michael Posner" userId="e401e998-08f8-4c5f-9c96-07aa887ae3c8" providerId="ADAL" clId="{C58138DE-5925-4724-B4B0-8C20F7B0A89B}" dt="2019-11-11T19:07:13.589" v="809"/>
          <ac:spMkLst>
            <pc:docMk/>
            <pc:sldMk cId="332179350" sldId="723"/>
            <ac:spMk id="3" creationId="{5765960B-DF55-4E1C-8C1E-F738A30A62CE}"/>
          </ac:spMkLst>
        </pc:spChg>
      </pc:sldChg>
      <pc:sldChg chg="addSp delSp modSp add delAnim modAnim">
        <pc:chgData name="Michael Posner" userId="e401e998-08f8-4c5f-9c96-07aa887ae3c8" providerId="ADAL" clId="{C58138DE-5925-4724-B4B0-8C20F7B0A89B}" dt="2019-11-12T23:46:26.132" v="1791" actId="27636"/>
        <pc:sldMkLst>
          <pc:docMk/>
          <pc:sldMk cId="644248714" sldId="724"/>
        </pc:sldMkLst>
        <pc:spChg chg="mod">
          <ac:chgData name="Michael Posner" userId="e401e998-08f8-4c5f-9c96-07aa887ae3c8" providerId="ADAL" clId="{C58138DE-5925-4724-B4B0-8C20F7B0A89B}" dt="2019-11-12T23:46:26.132" v="1791" actId="27636"/>
          <ac:spMkLst>
            <pc:docMk/>
            <pc:sldMk cId="644248714" sldId="724"/>
            <ac:spMk id="2" creationId="{B34E94B3-3723-4FC4-92D8-43EF58BD0295}"/>
          </ac:spMkLst>
        </pc:spChg>
        <pc:spChg chg="mod">
          <ac:chgData name="Michael Posner" userId="e401e998-08f8-4c5f-9c96-07aa887ae3c8" providerId="ADAL" clId="{C58138DE-5925-4724-B4B0-8C20F7B0A89B}" dt="2019-11-11T19:09:12.919" v="810" actId="20577"/>
          <ac:spMkLst>
            <pc:docMk/>
            <pc:sldMk cId="644248714" sldId="724"/>
            <ac:spMk id="3" creationId="{605E1235-B504-41D3-B48C-C996FEBE0E02}"/>
          </ac:spMkLst>
        </pc:spChg>
        <pc:picChg chg="add del mod">
          <ac:chgData name="Michael Posner" userId="e401e998-08f8-4c5f-9c96-07aa887ae3c8" providerId="ADAL" clId="{C58138DE-5925-4724-B4B0-8C20F7B0A89B}" dt="2019-11-11T18:28:06.539" v="699" actId="478"/>
          <ac:picMkLst>
            <pc:docMk/>
            <pc:sldMk cId="644248714" sldId="724"/>
            <ac:picMk id="4" creationId="{B884AD23-AA6C-4131-9F8A-C6EEE68FB6A3}"/>
          </ac:picMkLst>
        </pc:picChg>
        <pc:picChg chg="add del mod">
          <ac:chgData name="Michael Posner" userId="e401e998-08f8-4c5f-9c96-07aa887ae3c8" providerId="ADAL" clId="{C58138DE-5925-4724-B4B0-8C20F7B0A89B}" dt="2019-11-11T19:09:14.917" v="811" actId="478"/>
          <ac:picMkLst>
            <pc:docMk/>
            <pc:sldMk cId="644248714" sldId="724"/>
            <ac:picMk id="5" creationId="{B4945C9B-1217-47F4-9B00-7E5725A2C2C5}"/>
          </ac:picMkLst>
        </pc:picChg>
        <pc:picChg chg="add del mod">
          <ac:chgData name="Michael Posner" userId="e401e998-08f8-4c5f-9c96-07aa887ae3c8" providerId="ADAL" clId="{C58138DE-5925-4724-B4B0-8C20F7B0A89B}" dt="2019-11-11T19:12:14.276" v="844" actId="478"/>
          <ac:picMkLst>
            <pc:docMk/>
            <pc:sldMk cId="644248714" sldId="724"/>
            <ac:picMk id="6" creationId="{4C53ECDD-EA43-40FF-9E98-6A1C6998BD31}"/>
          </ac:picMkLst>
        </pc:picChg>
        <pc:picChg chg="add del">
          <ac:chgData name="Michael Posner" userId="e401e998-08f8-4c5f-9c96-07aa887ae3c8" providerId="ADAL" clId="{C58138DE-5925-4724-B4B0-8C20F7B0A89B}" dt="2019-11-11T19:12:17.201" v="846" actId="478"/>
          <ac:picMkLst>
            <pc:docMk/>
            <pc:sldMk cId="644248714" sldId="724"/>
            <ac:picMk id="7" creationId="{F4F6AD0C-929D-4542-9251-F2A5E40E5FBF}"/>
          </ac:picMkLst>
        </pc:picChg>
        <pc:picChg chg="add mod">
          <ac:chgData name="Michael Posner" userId="e401e998-08f8-4c5f-9c96-07aa887ae3c8" providerId="ADAL" clId="{C58138DE-5925-4724-B4B0-8C20F7B0A89B}" dt="2019-11-11T19:13:36.398" v="859" actId="1076"/>
          <ac:picMkLst>
            <pc:docMk/>
            <pc:sldMk cId="644248714" sldId="724"/>
            <ac:picMk id="8" creationId="{0E022095-B3FE-404F-AF13-D122B25B0020}"/>
          </ac:picMkLst>
        </pc:picChg>
      </pc:sldChg>
      <pc:sldChg chg="addSp delSp modSp add modAnim">
        <pc:chgData name="Michael Posner" userId="e401e998-08f8-4c5f-9c96-07aa887ae3c8" providerId="ADAL" clId="{C58138DE-5925-4724-B4B0-8C20F7B0A89B}" dt="2019-11-12T23:46:51.498" v="1808" actId="14100"/>
        <pc:sldMkLst>
          <pc:docMk/>
          <pc:sldMk cId="136766895" sldId="725"/>
        </pc:sldMkLst>
        <pc:spChg chg="mod">
          <ac:chgData name="Michael Posner" userId="e401e998-08f8-4c5f-9c96-07aa887ae3c8" providerId="ADAL" clId="{C58138DE-5925-4724-B4B0-8C20F7B0A89B}" dt="2019-11-12T23:46:51.498" v="1808" actId="14100"/>
          <ac:spMkLst>
            <pc:docMk/>
            <pc:sldMk cId="136766895" sldId="725"/>
            <ac:spMk id="2" creationId="{B34E94B3-3723-4FC4-92D8-43EF58BD0295}"/>
          </ac:spMkLst>
        </pc:spChg>
        <pc:spChg chg="mod">
          <ac:chgData name="Michael Posner" userId="e401e998-08f8-4c5f-9c96-07aa887ae3c8" providerId="ADAL" clId="{C58138DE-5925-4724-B4B0-8C20F7B0A89B}" dt="2019-11-11T19:22:24.250" v="925" actId="20577"/>
          <ac:spMkLst>
            <pc:docMk/>
            <pc:sldMk cId="136766895" sldId="725"/>
            <ac:spMk id="3" creationId="{605E1235-B504-41D3-B48C-C996FEBE0E02}"/>
          </ac:spMkLst>
        </pc:spChg>
        <pc:picChg chg="del">
          <ac:chgData name="Michael Posner" userId="e401e998-08f8-4c5f-9c96-07aa887ae3c8" providerId="ADAL" clId="{C58138DE-5925-4724-B4B0-8C20F7B0A89B}" dt="2019-11-11T18:26:53.527" v="677" actId="478"/>
          <ac:picMkLst>
            <pc:docMk/>
            <pc:sldMk cId="136766895" sldId="725"/>
            <ac:picMk id="4" creationId="{B884AD23-AA6C-4131-9F8A-C6EEE68FB6A3}"/>
          </ac:picMkLst>
        </pc:picChg>
        <pc:picChg chg="add del mod">
          <ac:chgData name="Michael Posner" userId="e401e998-08f8-4c5f-9c96-07aa887ae3c8" providerId="ADAL" clId="{C58138DE-5925-4724-B4B0-8C20F7B0A89B}" dt="2019-11-11T19:18:21.193" v="869" actId="478"/>
          <ac:picMkLst>
            <pc:docMk/>
            <pc:sldMk cId="136766895" sldId="725"/>
            <ac:picMk id="5" creationId="{71EE1A83-A49F-4FC9-A56F-CBBD8DD9DAB2}"/>
          </ac:picMkLst>
        </pc:picChg>
        <pc:picChg chg="add mod">
          <ac:chgData name="Michael Posner" userId="e401e998-08f8-4c5f-9c96-07aa887ae3c8" providerId="ADAL" clId="{C58138DE-5925-4724-B4B0-8C20F7B0A89B}" dt="2019-11-11T19:18:54.300" v="876" actId="14100"/>
          <ac:picMkLst>
            <pc:docMk/>
            <pc:sldMk cId="136766895" sldId="725"/>
            <ac:picMk id="6" creationId="{54A7ACC6-E09B-4F0D-B917-2511EA6568F5}"/>
          </ac:picMkLst>
        </pc:picChg>
        <pc:picChg chg="add mod">
          <ac:chgData name="Michael Posner" userId="e401e998-08f8-4c5f-9c96-07aa887ae3c8" providerId="ADAL" clId="{C58138DE-5925-4724-B4B0-8C20F7B0A89B}" dt="2019-11-11T19:19:26.628" v="896" actId="1036"/>
          <ac:picMkLst>
            <pc:docMk/>
            <pc:sldMk cId="136766895" sldId="725"/>
            <ac:picMk id="7" creationId="{65BB2480-909C-4DA6-9C07-0BA3D6542190}"/>
          </ac:picMkLst>
        </pc:picChg>
      </pc:sldChg>
      <pc:sldChg chg="addSp delSp modSp add delAnim modAnim">
        <pc:chgData name="Michael Posner" userId="e401e998-08f8-4c5f-9c96-07aa887ae3c8" providerId="ADAL" clId="{C58138DE-5925-4724-B4B0-8C20F7B0A89B}" dt="2019-11-11T19:14:05.072" v="868"/>
        <pc:sldMkLst>
          <pc:docMk/>
          <pc:sldMk cId="3955732851" sldId="726"/>
        </pc:sldMkLst>
        <pc:spChg chg="mod">
          <ac:chgData name="Michael Posner" userId="e401e998-08f8-4c5f-9c96-07aa887ae3c8" providerId="ADAL" clId="{C58138DE-5925-4724-B4B0-8C20F7B0A89B}" dt="2019-11-11T18:28:40.851" v="708" actId="20577"/>
          <ac:spMkLst>
            <pc:docMk/>
            <pc:sldMk cId="3955732851" sldId="726"/>
            <ac:spMk id="2" creationId="{B34E94B3-3723-4FC4-92D8-43EF58BD0295}"/>
          </ac:spMkLst>
        </pc:spChg>
        <pc:picChg chg="del">
          <ac:chgData name="Michael Posner" userId="e401e998-08f8-4c5f-9c96-07aa887ae3c8" providerId="ADAL" clId="{C58138DE-5925-4724-B4B0-8C20F7B0A89B}" dt="2019-11-11T19:13:42.681" v="862" actId="478"/>
          <ac:picMkLst>
            <pc:docMk/>
            <pc:sldMk cId="3955732851" sldId="726"/>
            <ac:picMk id="4" creationId="{B884AD23-AA6C-4131-9F8A-C6EEE68FB6A3}"/>
          </ac:picMkLst>
        </pc:picChg>
        <pc:picChg chg="add mod">
          <ac:chgData name="Michael Posner" userId="e401e998-08f8-4c5f-9c96-07aa887ae3c8" providerId="ADAL" clId="{C58138DE-5925-4724-B4B0-8C20F7B0A89B}" dt="2019-11-11T19:14:04.118" v="866" actId="1076"/>
          <ac:picMkLst>
            <pc:docMk/>
            <pc:sldMk cId="3955732851" sldId="726"/>
            <ac:picMk id="5" creationId="{DFDB1BF1-C8BF-4488-B90C-BF320A01040B}"/>
          </ac:picMkLst>
        </pc:picChg>
      </pc:sldChg>
      <pc:sldChg chg="addSp modSp add">
        <pc:chgData name="Michael Posner" userId="e401e998-08f8-4c5f-9c96-07aa887ae3c8" providerId="ADAL" clId="{C58138DE-5925-4724-B4B0-8C20F7B0A89B}" dt="2019-11-11T19:37:27.437" v="977" actId="14100"/>
        <pc:sldMkLst>
          <pc:docMk/>
          <pc:sldMk cId="3400256632" sldId="727"/>
        </pc:sldMkLst>
        <pc:picChg chg="add mod">
          <ac:chgData name="Michael Posner" userId="e401e998-08f8-4c5f-9c96-07aa887ae3c8" providerId="ADAL" clId="{C58138DE-5925-4724-B4B0-8C20F7B0A89B}" dt="2019-11-11T19:37:27.437" v="977" actId="14100"/>
          <ac:picMkLst>
            <pc:docMk/>
            <pc:sldMk cId="3400256632" sldId="727"/>
            <ac:picMk id="4" creationId="{0C1A2674-0F92-4D6D-A2B9-2278C556626D}"/>
          </ac:picMkLst>
        </pc:picChg>
      </pc:sldChg>
      <pc:sldChg chg="addSp modSp add modAnim">
        <pc:chgData name="Michael Posner" userId="e401e998-08f8-4c5f-9c96-07aa887ae3c8" providerId="ADAL" clId="{C58138DE-5925-4724-B4B0-8C20F7B0A89B}" dt="2019-11-12T23:08:35.659" v="1096" actId="20577"/>
        <pc:sldMkLst>
          <pc:docMk/>
          <pc:sldMk cId="3443565447" sldId="728"/>
        </pc:sldMkLst>
        <pc:spChg chg="mod">
          <ac:chgData name="Michael Posner" userId="e401e998-08f8-4c5f-9c96-07aa887ae3c8" providerId="ADAL" clId="{C58138DE-5925-4724-B4B0-8C20F7B0A89B}" dt="2019-11-12T23:08:35.659" v="1096" actId="20577"/>
          <ac:spMkLst>
            <pc:docMk/>
            <pc:sldMk cId="3443565447" sldId="728"/>
            <ac:spMk id="2" creationId="{E7093F8E-6CE9-4496-91F0-493159561969}"/>
          </ac:spMkLst>
        </pc:spChg>
        <pc:spChg chg="mod">
          <ac:chgData name="Michael Posner" userId="e401e998-08f8-4c5f-9c96-07aa887ae3c8" providerId="ADAL" clId="{C58138DE-5925-4724-B4B0-8C20F7B0A89B}" dt="2019-11-12T23:07:41.376" v="1073" actId="404"/>
          <ac:spMkLst>
            <pc:docMk/>
            <pc:sldMk cId="3443565447" sldId="728"/>
            <ac:spMk id="3" creationId="{CB74EC74-0B79-4B44-A484-1BD9D95438F9}"/>
          </ac:spMkLst>
        </pc:spChg>
        <pc:picChg chg="add mod">
          <ac:chgData name="Michael Posner" userId="e401e998-08f8-4c5f-9c96-07aa887ae3c8" providerId="ADAL" clId="{C58138DE-5925-4724-B4B0-8C20F7B0A89B}" dt="2019-11-12T23:07:45.639" v="1074" actId="14100"/>
          <ac:picMkLst>
            <pc:docMk/>
            <pc:sldMk cId="3443565447" sldId="728"/>
            <ac:picMk id="4" creationId="{AD17AC2A-5D36-43ED-8A20-473149CFCAAB}"/>
          </ac:picMkLst>
        </pc:picChg>
      </pc:sldChg>
      <pc:sldChg chg="add">
        <pc:chgData name="Michael Posner" userId="e401e998-08f8-4c5f-9c96-07aa887ae3c8" providerId="ADAL" clId="{C58138DE-5925-4724-B4B0-8C20F7B0A89B}" dt="2019-11-12T23:10:10.730" v="1103"/>
        <pc:sldMkLst>
          <pc:docMk/>
          <pc:sldMk cId="680030297" sldId="729"/>
        </pc:sldMkLst>
      </pc:sldChg>
      <pc:sldChg chg="add del">
        <pc:chgData name="Michael Posner" userId="e401e998-08f8-4c5f-9c96-07aa887ae3c8" providerId="ADAL" clId="{C58138DE-5925-4724-B4B0-8C20F7B0A89B}" dt="2019-11-12T23:43:29.845" v="1629" actId="2696"/>
        <pc:sldMkLst>
          <pc:docMk/>
          <pc:sldMk cId="396351725" sldId="730"/>
        </pc:sldMkLst>
      </pc:sldChg>
      <pc:sldChg chg="modSp add ord modAnim">
        <pc:chgData name="Michael Posner" userId="e401e998-08f8-4c5f-9c96-07aa887ae3c8" providerId="ADAL" clId="{C58138DE-5925-4724-B4B0-8C20F7B0A89B}" dt="2019-11-12T23:57:41.295" v="1821" actId="27636"/>
        <pc:sldMkLst>
          <pc:docMk/>
          <pc:sldMk cId="2729872352" sldId="731"/>
        </pc:sldMkLst>
        <pc:spChg chg="mod">
          <ac:chgData name="Michael Posner" userId="e401e998-08f8-4c5f-9c96-07aa887ae3c8" providerId="ADAL" clId="{C58138DE-5925-4724-B4B0-8C20F7B0A89B}" dt="2019-11-12T23:41:52.198" v="1564" actId="20577"/>
          <ac:spMkLst>
            <pc:docMk/>
            <pc:sldMk cId="2729872352" sldId="731"/>
            <ac:spMk id="2" creationId="{437C2970-C132-43F6-B649-2109C2A3BD37}"/>
          </ac:spMkLst>
        </pc:spChg>
        <pc:spChg chg="mod">
          <ac:chgData name="Michael Posner" userId="e401e998-08f8-4c5f-9c96-07aa887ae3c8" providerId="ADAL" clId="{C58138DE-5925-4724-B4B0-8C20F7B0A89B}" dt="2019-11-12T23:57:41.295" v="1821" actId="27636"/>
          <ac:spMkLst>
            <pc:docMk/>
            <pc:sldMk cId="2729872352" sldId="731"/>
            <ac:spMk id="3" creationId="{A5F146E2-13F2-4965-9725-343F4F76A51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8"/>
          </a:xfrm>
          <a:prstGeom prst="rect">
            <a:avLst/>
          </a:prstGeom>
        </p:spPr>
        <p:txBody>
          <a:bodyPr vert="horz" lIns="96643" tIns="48322" rIns="96643" bIns="4832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8" y="0"/>
            <a:ext cx="3169920" cy="481728"/>
          </a:xfrm>
          <a:prstGeom prst="rect">
            <a:avLst/>
          </a:prstGeom>
        </p:spPr>
        <p:txBody>
          <a:bodyPr vert="horz" lIns="96643" tIns="48322" rIns="96643" bIns="48322" rtlCol="0"/>
          <a:lstStyle>
            <a:lvl1pPr algn="r">
              <a:defRPr sz="1200"/>
            </a:lvl1pPr>
          </a:lstStyle>
          <a:p>
            <a:fld id="{D05AA5CF-2872-417B-8766-D37806A50E56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6"/>
            <a:ext cx="3169920" cy="481727"/>
          </a:xfrm>
          <a:prstGeom prst="rect">
            <a:avLst/>
          </a:prstGeom>
        </p:spPr>
        <p:txBody>
          <a:bodyPr vert="horz" lIns="96643" tIns="48322" rIns="96643" bIns="4832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8" y="9119476"/>
            <a:ext cx="3169920" cy="481727"/>
          </a:xfrm>
          <a:prstGeom prst="rect">
            <a:avLst/>
          </a:prstGeom>
        </p:spPr>
        <p:txBody>
          <a:bodyPr vert="horz" lIns="96643" tIns="48322" rIns="96643" bIns="48322" rtlCol="0" anchor="b"/>
          <a:lstStyle>
            <a:lvl1pPr algn="r">
              <a:defRPr sz="1200"/>
            </a:lvl1pPr>
          </a:lstStyle>
          <a:p>
            <a:fld id="{A706B26D-90FA-447B-85D6-E23EFE730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37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2388" cy="3600450"/>
          </a:xfrm>
          <a:prstGeom prst="rect">
            <a:avLst/>
          </a:prstGeom>
        </p:spPr>
        <p:txBody>
          <a:bodyPr lIns="96643" tIns="48322" rIns="96643" bIns="48322"/>
          <a:lstStyle/>
          <a:p>
            <a:endParaRPr/>
          </a:p>
        </p:txBody>
      </p:sp>
      <p:sp>
        <p:nvSpPr>
          <p:cNvPr id="116" name="Shape 116"/>
          <p:cNvSpPr>
            <a:spLocks noGrp="1"/>
          </p:cNvSpPr>
          <p:nvPr>
            <p:ph type="body" sz="quarter" idx="1"/>
          </p:nvPr>
        </p:nvSpPr>
        <p:spPr>
          <a:xfrm>
            <a:off x="975361" y="4560571"/>
            <a:ext cx="5364480" cy="4320540"/>
          </a:xfrm>
          <a:prstGeom prst="rect">
            <a:avLst/>
          </a:prstGeom>
        </p:spPr>
        <p:txBody>
          <a:bodyPr lIns="96643" tIns="48322" rIns="96643" bIns="48322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776760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30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30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30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30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30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30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30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30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30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5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6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8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9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0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1.xm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2.xml"/></Relationships>
</file>

<file path=ppt/notesSlides/_rels/notesSlide3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3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8450" y="677863"/>
            <a:ext cx="6016625" cy="33845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798290" y="8727820"/>
            <a:ext cx="2905758" cy="461038"/>
          </a:xfrm>
          <a:prstGeom prst="rect">
            <a:avLst/>
          </a:prstGeom>
        </p:spPr>
        <p:txBody>
          <a:bodyPr lIns="89327" tIns="44664" rIns="89327" bIns="44664"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783E09-9F62-4701-A026-0B8B7B3A5DE8}" type="slidenum">
              <a:rPr kumimoji="0" lang="en-US" sz="5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Gill Sans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5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614078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8450" y="677863"/>
            <a:ext cx="6016625" cy="33845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this on previous lectures…</a:t>
            </a: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115260"/>
            <a:ext cx="3673460" cy="10230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9785" tIns="69785" rIns="69785" bIns="69785" numCol="1" spcCol="37220" rtlCol="0" anchor="ctr">
            <a:spAutoFit/>
          </a:bodyPr>
          <a:lstStyle/>
          <a:p>
            <a:pPr marL="0" marR="0" lvl="0" indent="0" algn="ctr" defTabSz="57069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885072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2388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122607"/>
            <a:ext cx="4064000" cy="10882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5491" tIns="75491" rIns="75491" bIns="75491" numCol="1" spcCol="40263" rtlCol="0" anchor="ctr">
            <a:spAutoFit/>
          </a:bodyPr>
          <a:lstStyle/>
          <a:p>
            <a:pPr defTabSz="617355"/>
            <a:endParaRPr lang="en-US" sz="6100"/>
          </a:p>
        </p:txBody>
      </p:sp>
    </p:spTree>
    <p:extLst>
      <p:ext uri="{BB962C8B-B14F-4D97-AF65-F5344CB8AC3E}">
        <p14:creationId xmlns:p14="http://schemas.microsoft.com/office/powerpoint/2010/main" val="1945687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118550"/>
            <a:ext cx="3968463" cy="1072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977" tIns="73977" rIns="73977" bIns="73977" numCol="1" spcCol="39455" rtlCol="0" anchor="ctr">
            <a:spAutoFit/>
          </a:bodyPr>
          <a:lstStyle/>
          <a:p>
            <a:pPr defTabSz="6049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65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118550"/>
            <a:ext cx="3968463" cy="1072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977" tIns="73977" rIns="73977" bIns="73977" numCol="1" spcCol="39455" rtlCol="0" anchor="ctr">
            <a:spAutoFit/>
          </a:bodyPr>
          <a:lstStyle/>
          <a:p>
            <a:pPr defTabSz="6049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63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118550"/>
            <a:ext cx="3968463" cy="1072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977" tIns="73977" rIns="73977" bIns="73977" numCol="1" spcCol="39455" rtlCol="0" anchor="ctr">
            <a:spAutoFit/>
          </a:bodyPr>
          <a:lstStyle/>
          <a:p>
            <a:pPr defTabSz="6049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53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118550"/>
            <a:ext cx="3968463" cy="1072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977" tIns="73977" rIns="73977" bIns="73977" numCol="1" spcCol="39455" rtlCol="0" anchor="ctr">
            <a:spAutoFit/>
          </a:bodyPr>
          <a:lstStyle/>
          <a:p>
            <a:pPr defTabSz="6049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553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118550"/>
            <a:ext cx="3968463" cy="1072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977" tIns="73977" rIns="73977" bIns="73977" numCol="1" spcCol="39455" rtlCol="0" anchor="ctr">
            <a:spAutoFit/>
          </a:bodyPr>
          <a:lstStyle/>
          <a:p>
            <a:pPr defTabSz="6049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82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118550"/>
            <a:ext cx="3968463" cy="1072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977" tIns="73977" rIns="73977" bIns="73977" numCol="1" spcCol="39455" rtlCol="0" anchor="ctr">
            <a:spAutoFit/>
          </a:bodyPr>
          <a:lstStyle/>
          <a:p>
            <a:pPr defTabSz="6049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54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118550"/>
            <a:ext cx="3968463" cy="1072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977" tIns="73977" rIns="73977" bIns="73977" numCol="1" spcCol="39455" rtlCol="0" anchor="ctr">
            <a:spAutoFit/>
          </a:bodyPr>
          <a:lstStyle/>
          <a:p>
            <a:pPr defTabSz="6049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1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118550"/>
            <a:ext cx="3968463" cy="1072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977" tIns="73977" rIns="73977" bIns="73977" numCol="1" spcCol="39455" rtlCol="0" anchor="ctr">
            <a:spAutoFit/>
          </a:bodyPr>
          <a:lstStyle/>
          <a:p>
            <a:pPr defTabSz="6049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1910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118550"/>
            <a:ext cx="3968463" cy="1072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977" tIns="73977" rIns="73977" bIns="73977" numCol="1" spcCol="39455" rtlCol="0" anchor="ctr">
            <a:spAutoFit/>
          </a:bodyPr>
          <a:lstStyle/>
          <a:p>
            <a:pPr defTabSz="6049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31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118550"/>
            <a:ext cx="3968463" cy="1072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977" tIns="73977" rIns="73977" bIns="73977" numCol="1" spcCol="39455" rtlCol="0" anchor="ctr">
            <a:spAutoFit/>
          </a:bodyPr>
          <a:lstStyle/>
          <a:p>
            <a:pPr defTabSz="6049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37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out</a:t>
            </a:r>
            <a:r>
              <a:rPr lang="en-US" baseline="0" dirty="0"/>
              <a:t> and explore source code in HTML file.  Take note of &lt;table&gt; tags, which is usually where the data are located.</a:t>
            </a:r>
            <a:endParaRPr lang="en-US" dirty="0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118550"/>
            <a:ext cx="3968463" cy="1072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977" tIns="73977" rIns="73977" bIns="73977" numCol="1" spcCol="39455" rtlCol="0" anchor="ctr">
            <a:spAutoFit/>
          </a:bodyPr>
          <a:lstStyle/>
          <a:p>
            <a:pPr defTabSz="6049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562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 and ftp as well?</a:t>
            </a: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118550"/>
            <a:ext cx="3968463" cy="1072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977" tIns="73977" rIns="73977" bIns="73977" numCol="1" spcCol="39455" rtlCol="0" anchor="ctr">
            <a:spAutoFit/>
          </a:bodyPr>
          <a:lstStyle/>
          <a:p>
            <a:pPr defTabSz="6049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1015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2" y="114944"/>
            <a:ext cx="3772968" cy="10401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121" tIns="71121" rIns="71121" bIns="71121" numCol="1" spcCol="37932" rtlCol="0" anchor="ctr">
            <a:spAutoFit/>
          </a:bodyPr>
          <a:lstStyle/>
          <a:p>
            <a:pPr defTabSz="58162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9115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2" y="114944"/>
            <a:ext cx="3772968" cy="10401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121" tIns="71121" rIns="71121" bIns="71121" numCol="1" spcCol="37932" rtlCol="0" anchor="ctr">
            <a:spAutoFit/>
          </a:bodyPr>
          <a:lstStyle/>
          <a:p>
            <a:pPr defTabSz="58162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558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2" y="114944"/>
            <a:ext cx="3772968" cy="10401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121" tIns="71121" rIns="71121" bIns="71121" numCol="1" spcCol="37932" rtlCol="0" anchor="ctr">
            <a:spAutoFit/>
          </a:bodyPr>
          <a:lstStyle/>
          <a:p>
            <a:pPr defTabSz="58162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506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2" y="114944"/>
            <a:ext cx="3772968" cy="10401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121" tIns="71121" rIns="71121" bIns="71121" numCol="1" spcCol="37932" rtlCol="0" anchor="ctr">
            <a:spAutoFit/>
          </a:bodyPr>
          <a:lstStyle/>
          <a:p>
            <a:pPr defTabSz="58162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8333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118550"/>
            <a:ext cx="3968463" cy="1072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977" tIns="73977" rIns="73977" bIns="73977" numCol="1" spcCol="39455" rtlCol="0" anchor="ctr">
            <a:spAutoFit/>
          </a:bodyPr>
          <a:lstStyle/>
          <a:p>
            <a:pPr defTabSz="6049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366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2" y="114944"/>
            <a:ext cx="3772968" cy="10401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121" tIns="71121" rIns="71121" bIns="71121" numCol="1" spcCol="37932" rtlCol="0" anchor="ctr">
            <a:spAutoFit/>
          </a:bodyPr>
          <a:lstStyle/>
          <a:p>
            <a:pPr defTabSz="58162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0859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8176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here on 12/10/24</a:t>
            </a: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2" y="114944"/>
            <a:ext cx="3772968" cy="10401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121" tIns="71121" rIns="71121" bIns="71121" numCol="1" spcCol="37932" rtlCol="0" anchor="ctr">
            <a:spAutoFit/>
          </a:bodyPr>
          <a:lstStyle/>
          <a:p>
            <a:pPr defTabSz="58162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0504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2" y="114944"/>
            <a:ext cx="3772968" cy="10401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121" tIns="71121" rIns="71121" bIns="71121" numCol="1" spcCol="37932" rtlCol="0" anchor="ctr">
            <a:spAutoFit/>
          </a:bodyPr>
          <a:lstStyle/>
          <a:p>
            <a:pPr defTabSz="58162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691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3/27/19</a:t>
            </a:r>
            <a:r>
              <a:rPr lang="en-US" baseline="0" dirty="0"/>
              <a:t> – start here, </a:t>
            </a:r>
            <a:r>
              <a:rPr lang="en-US" baseline="0"/>
              <a:t>give time to work</a:t>
            </a:r>
            <a:endParaRPr lang="en-US" dirty="0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2" y="114944"/>
            <a:ext cx="3772968" cy="10401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121" tIns="71121" rIns="71121" bIns="71121" numCol="1" spcCol="37932" rtlCol="0" anchor="ctr">
            <a:spAutoFit/>
          </a:bodyPr>
          <a:lstStyle/>
          <a:p>
            <a:pPr defTabSz="58162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043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2" y="114944"/>
            <a:ext cx="3772968" cy="10401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121" tIns="71121" rIns="71121" bIns="71121" numCol="1" spcCol="37932" rtlCol="0" anchor="ctr">
            <a:spAutoFit/>
          </a:bodyPr>
          <a:lstStyle/>
          <a:p>
            <a:pPr defTabSz="58162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1145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99767"/>
            <a:ext cx="3622311" cy="10318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8670" tIns="68670" rIns="68670" bIns="68670" numCol="1" spcCol="36625" rtlCol="0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465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2" y="114944"/>
            <a:ext cx="3772968" cy="10401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121" tIns="71121" rIns="71121" bIns="71121" numCol="1" spcCol="37932" rtlCol="0" anchor="ctr">
            <a:spAutoFit/>
          </a:bodyPr>
          <a:lstStyle/>
          <a:p>
            <a:pPr defTabSz="58162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1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2" y="114944"/>
            <a:ext cx="3772968" cy="10401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121" tIns="71121" rIns="71121" bIns="71121" numCol="1" spcCol="37932" rtlCol="0" anchor="ctr">
            <a:spAutoFit/>
          </a:bodyPr>
          <a:lstStyle/>
          <a:p>
            <a:pPr defTabSz="58162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02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Danny Brace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lIns="87910" tIns="43955" rIns="87910" bIns="43955"/>
          <a:lstStyle/>
          <a:p>
            <a:fld id="{BB783E09-9F62-4701-A026-0B8B7B3A5DE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318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Danny Brace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lIns="87910" tIns="43955" rIns="87910" bIns="43955"/>
          <a:lstStyle/>
          <a:p>
            <a:fld id="{BB783E09-9F62-4701-A026-0B8B7B3A5DE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387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118550"/>
            <a:ext cx="3968463" cy="1072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977" tIns="73977" rIns="73977" bIns="73977" numCol="1" spcCol="39455" rtlCol="0" anchor="ctr">
            <a:spAutoFit/>
          </a:bodyPr>
          <a:lstStyle/>
          <a:p>
            <a:pPr defTabSz="6049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293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118550"/>
            <a:ext cx="3968463" cy="1072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977" tIns="73977" rIns="73977" bIns="73977" numCol="1" spcCol="39455" rtlCol="0" anchor="ctr">
            <a:spAutoFit/>
          </a:bodyPr>
          <a:lstStyle/>
          <a:p>
            <a:pPr defTabSz="6049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15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off</a:t>
            </a:r>
            <a:r>
              <a:rPr lang="en-US" baseline="0" dirty="0"/>
              <a:t> on this until we get to working with strings!</a:t>
            </a:r>
            <a:endParaRPr lang="en-US" dirty="0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118550"/>
            <a:ext cx="3968463" cy="1072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977" tIns="73977" rIns="73977" bIns="73977" numCol="1" spcCol="39455" rtlCol="0" anchor="ctr">
            <a:spAutoFit/>
          </a:bodyPr>
          <a:lstStyle/>
          <a:p>
            <a:pPr defTabSz="6049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848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 SECTION ON WORKING WITH STRINGS (FROM</a:t>
            </a:r>
            <a:r>
              <a:rPr lang="en-US" baseline="0" dirty="0"/>
              <a:t> TEXT MINING)</a:t>
            </a:r>
            <a:endParaRPr lang="en-US" dirty="0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" y="118550"/>
            <a:ext cx="3968463" cy="10727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3977" tIns="73977" rIns="73977" bIns="73977" numCol="1" spcCol="39455" rtlCol="0" anchor="ctr">
            <a:spAutoFit/>
          </a:bodyPr>
          <a:lstStyle/>
          <a:p>
            <a:pPr defTabSz="60497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314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here on 10/22 – do review of scraping, continue here, make sure they can do everything for </a:t>
            </a:r>
            <a:r>
              <a:rPr lang="en-US"/>
              <a:t>the project</a:t>
            </a:r>
            <a:endParaRPr lang="en-US" dirty="0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2" y="114944"/>
            <a:ext cx="3772968" cy="10401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121" tIns="71121" rIns="71121" bIns="71121" numCol="1" spcCol="37932" rtlCol="0" anchor="ctr">
            <a:spAutoFit/>
          </a:bodyPr>
          <a:lstStyle/>
          <a:p>
            <a:pPr defTabSz="58162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828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library(tidyverse)</a:t>
            </a:r>
          </a:p>
          <a:p>
            <a:r>
              <a:rPr lang="en-US" dirty="0"/>
              <a:t>library(</a:t>
            </a:r>
            <a:r>
              <a:rPr lang="en-US" dirty="0" err="1"/>
              <a:t>rvest</a:t>
            </a:r>
            <a:r>
              <a:rPr lang="en-US" dirty="0"/>
              <a:t>)</a:t>
            </a:r>
          </a:p>
          <a:p>
            <a:r>
              <a:rPr lang="sv-SE" dirty="0"/>
              <a:t>olympic_url &lt;- "https://en.wikipedia.org/wiki/100_metres_at_the_Olympics"</a:t>
            </a:r>
          </a:p>
          <a:p>
            <a:r>
              <a:rPr lang="en-US" dirty="0" err="1"/>
              <a:t>olympic_men</a:t>
            </a:r>
            <a:r>
              <a:rPr lang="en-US" dirty="0"/>
              <a:t> &lt;- </a:t>
            </a:r>
            <a:r>
              <a:rPr lang="en-US" dirty="0" err="1"/>
              <a:t>olympic_url</a:t>
            </a:r>
            <a:r>
              <a:rPr lang="en-US" dirty="0"/>
              <a:t> %&gt;%   </a:t>
            </a:r>
            <a:r>
              <a:rPr lang="en-US" dirty="0" err="1"/>
              <a:t>read_html</a:t>
            </a:r>
            <a:r>
              <a:rPr lang="en-US" dirty="0"/>
              <a:t>() %&gt;%   	</a:t>
            </a:r>
            <a:r>
              <a:rPr lang="en-US" dirty="0" err="1"/>
              <a:t>html_nodes</a:t>
            </a:r>
            <a:r>
              <a:rPr lang="en-US" dirty="0"/>
              <a:t>("table") %&gt;%  	pluck(16) %&gt;%   </a:t>
            </a:r>
            <a:r>
              <a:rPr lang="en-US" dirty="0" err="1"/>
              <a:t>html_table</a:t>
            </a:r>
            <a:r>
              <a:rPr lang="en-US" dirty="0"/>
              <a:t>() </a:t>
            </a:r>
          </a:p>
          <a:p>
            <a:r>
              <a:rPr lang="en-US" dirty="0" err="1"/>
              <a:t>olympic_women</a:t>
            </a:r>
            <a:r>
              <a:rPr lang="en-US" dirty="0"/>
              <a:t> &lt;- </a:t>
            </a:r>
            <a:r>
              <a:rPr lang="en-US" dirty="0" err="1"/>
              <a:t>olympic_url</a:t>
            </a:r>
            <a:r>
              <a:rPr lang="en-US" dirty="0"/>
              <a:t> %&gt;%   </a:t>
            </a:r>
            <a:r>
              <a:rPr lang="en-US" dirty="0" err="1"/>
              <a:t>read_html</a:t>
            </a:r>
            <a:r>
              <a:rPr lang="en-US" dirty="0"/>
              <a:t>() %&gt;%   	</a:t>
            </a:r>
            <a:r>
              <a:rPr lang="en-US" dirty="0" err="1"/>
              <a:t>html_nodes</a:t>
            </a:r>
            <a:r>
              <a:rPr lang="en-US" dirty="0"/>
              <a:t>("table") %&gt;% pluck(17) %&gt;%   </a:t>
            </a:r>
            <a:r>
              <a:rPr lang="en-US" dirty="0" err="1"/>
              <a:t>html_table</a:t>
            </a:r>
            <a:r>
              <a:rPr lang="en-US" dirty="0"/>
              <a:t>() </a:t>
            </a:r>
          </a:p>
          <a:p>
            <a:r>
              <a:rPr lang="en-US" dirty="0" err="1"/>
              <a:t>olympic</a:t>
            </a:r>
            <a:r>
              <a:rPr lang="en-US" dirty="0"/>
              <a:t> &lt;- </a:t>
            </a:r>
            <a:r>
              <a:rPr lang="en-US" dirty="0" err="1"/>
              <a:t>bind_rows</a:t>
            </a:r>
            <a:r>
              <a:rPr lang="en-US" dirty="0"/>
              <a:t>("M"=</a:t>
            </a:r>
            <a:r>
              <a:rPr lang="en-US" dirty="0" err="1"/>
              <a:t>olympic_men</a:t>
            </a:r>
            <a:r>
              <a:rPr lang="en-US" dirty="0"/>
              <a:t>, "F"=</a:t>
            </a:r>
            <a:r>
              <a:rPr lang="en-US" dirty="0" err="1"/>
              <a:t>olympic_women</a:t>
            </a:r>
            <a:r>
              <a:rPr lang="en-US" dirty="0"/>
              <a:t>, .id="sex")</a:t>
            </a:r>
          </a:p>
          <a:p>
            <a:r>
              <a:rPr lang="en-US" dirty="0" err="1"/>
              <a:t>olympic</a:t>
            </a:r>
            <a:r>
              <a:rPr lang="en-US" dirty="0"/>
              <a:t> %&gt;%   </a:t>
            </a:r>
          </a:p>
          <a:p>
            <a:r>
              <a:rPr lang="en-US" dirty="0"/>
              <a:t>separate(</a:t>
            </a:r>
            <a:r>
              <a:rPr lang="en-US" dirty="0" err="1"/>
              <a:t>Time,into</a:t>
            </a:r>
            <a:r>
              <a:rPr lang="en-US" dirty="0"/>
              <a:t>=c("time","</a:t>
            </a:r>
            <a:r>
              <a:rPr lang="en-US" dirty="0" err="1"/>
              <a:t>time_words</a:t>
            </a:r>
            <a:r>
              <a:rPr lang="en-US" dirty="0"/>
              <a:t>"), </a:t>
            </a:r>
            <a:r>
              <a:rPr lang="en-US" dirty="0" err="1"/>
              <a:t>sep</a:t>
            </a:r>
            <a:r>
              <a:rPr lang="en-US" dirty="0"/>
              <a:t>=" ", remove = F) %&gt;%   </a:t>
            </a:r>
          </a:p>
          <a:p>
            <a:r>
              <a:rPr lang="en-US" dirty="0"/>
              <a:t>mutate(</a:t>
            </a:r>
            <a:r>
              <a:rPr lang="en-US" dirty="0" err="1"/>
              <a:t>timen</a:t>
            </a:r>
            <a:r>
              <a:rPr lang="en-US" dirty="0"/>
              <a:t> = </a:t>
            </a:r>
            <a:r>
              <a:rPr lang="en-US" dirty="0" err="1"/>
              <a:t>as.numeric</a:t>
            </a:r>
            <a:r>
              <a:rPr lang="en-US" dirty="0"/>
              <a:t>(time)) %&gt;%   </a:t>
            </a:r>
          </a:p>
          <a:p>
            <a:r>
              <a:rPr lang="en-US" dirty="0"/>
              <a:t>ggplot() + </a:t>
            </a:r>
            <a:r>
              <a:rPr lang="en-US" dirty="0" err="1"/>
              <a:t>aes</a:t>
            </a:r>
            <a:r>
              <a:rPr lang="en-US" dirty="0"/>
              <a:t>(Games, </a:t>
            </a:r>
            <a:r>
              <a:rPr lang="en-US" dirty="0" err="1"/>
              <a:t>timen</a:t>
            </a:r>
            <a:r>
              <a:rPr lang="en-US" dirty="0"/>
              <a:t>, color=sex) + </a:t>
            </a:r>
            <a:r>
              <a:rPr lang="en-US" dirty="0" err="1"/>
              <a:t>geom_line</a:t>
            </a:r>
            <a:r>
              <a:rPr lang="en-US" dirty="0"/>
              <a:t>() +  </a:t>
            </a:r>
          </a:p>
          <a:p>
            <a:r>
              <a:rPr lang="en-US" dirty="0"/>
              <a:t>labs(x="Year", y="Time (in seconds)", title="Olympic Records - 100m Dash") +  </a:t>
            </a:r>
          </a:p>
          <a:p>
            <a:r>
              <a:rPr lang="en-US" dirty="0" err="1"/>
              <a:t>scale_x_continuous</a:t>
            </a:r>
            <a:r>
              <a:rPr lang="en-US" dirty="0"/>
              <a:t>(breaks = 10*(189:203))</a:t>
            </a:r>
          </a:p>
        </p:txBody>
      </p:sp>
    </p:spTree>
    <p:extLst>
      <p:ext uri="{BB962C8B-B14F-4D97-AF65-F5344CB8AC3E}">
        <p14:creationId xmlns:p14="http://schemas.microsoft.com/office/powerpoint/2010/main" val="3387687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19600" y="8928056"/>
            <a:ext cx="18288000" cy="3282980"/>
          </a:xfrm>
        </p:spPr>
        <p:txBody>
          <a:bodyPr wrap="none" anchor="t">
            <a:normAutofit/>
          </a:bodyPr>
          <a:lstStyle>
            <a:lvl1pPr algn="r">
              <a:defRPr sz="19200" b="0" spc="-6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19598" y="7388751"/>
            <a:ext cx="18288000" cy="1508050"/>
          </a:xfrm>
        </p:spPr>
        <p:txBody>
          <a:bodyPr anchor="b">
            <a:normAutofit/>
          </a:bodyPr>
          <a:lstStyle>
            <a:lvl1pPr marL="0" indent="0" algn="r">
              <a:buNone/>
              <a:defRPr sz="6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83253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359652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709064" y="8928056"/>
            <a:ext cx="18288000" cy="3282980"/>
          </a:xfrm>
        </p:spPr>
        <p:txBody>
          <a:bodyPr wrap="none" anchor="t">
            <a:normAutofit/>
          </a:bodyPr>
          <a:lstStyle>
            <a:lvl1pPr algn="l">
              <a:defRPr sz="19200" b="0" spc="-6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709064" y="7387349"/>
            <a:ext cx="18288000" cy="1508050"/>
          </a:xfrm>
        </p:spPr>
        <p:txBody>
          <a:bodyPr anchor="b">
            <a:normAutofit/>
          </a:bodyPr>
          <a:lstStyle>
            <a:lvl1pPr marL="0" indent="0" algn="l">
              <a:buNone/>
              <a:defRPr sz="6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746381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40000" y="3651250"/>
            <a:ext cx="10050432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39680" y="3651250"/>
            <a:ext cx="1006792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872132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0000" y="3362326"/>
            <a:ext cx="10050432" cy="1647824"/>
          </a:xfrm>
        </p:spPr>
        <p:txBody>
          <a:bodyPr anchor="b"/>
          <a:lstStyle>
            <a:lvl1pPr marL="0" indent="0">
              <a:buNone/>
              <a:defRPr sz="4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40000" y="5010150"/>
            <a:ext cx="10050432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639680" y="3362326"/>
            <a:ext cx="10071096" cy="164782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639680" y="5010150"/>
            <a:ext cx="1007109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3180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770497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723858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0001" y="4114800"/>
            <a:ext cx="7304050" cy="7623176"/>
          </a:xfrm>
        </p:spPr>
        <p:txBody>
          <a:bodyPr/>
          <a:lstStyle>
            <a:lvl1pPr marL="0" indent="0">
              <a:buNone/>
              <a:defRPr sz="3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288490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0001" y="4114800"/>
            <a:ext cx="7304050" cy="7623176"/>
          </a:xfrm>
        </p:spPr>
        <p:txBody>
          <a:bodyPr/>
          <a:lstStyle>
            <a:lvl1pPr marL="0" indent="0">
              <a:buNone/>
              <a:defRPr sz="3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394914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8734321"/>
            <a:ext cx="21031200" cy="163871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79576" y="1974851"/>
            <a:ext cx="21031200" cy="675947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10373032"/>
            <a:ext cx="21028024" cy="1364944"/>
          </a:xfrm>
        </p:spPr>
        <p:txBody>
          <a:bodyPr/>
          <a:lstStyle>
            <a:lvl1pPr marL="0" indent="0">
              <a:buNone/>
              <a:defRPr sz="3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314534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0"/>
            <a:ext cx="21031200" cy="7068688"/>
          </a:xfrm>
        </p:spPr>
        <p:txBody>
          <a:bodyPr anchor="ctr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8978798"/>
            <a:ext cx="21028024" cy="300365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4143037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2424" y="730250"/>
            <a:ext cx="18605504" cy="5985808"/>
          </a:xfrm>
        </p:spPr>
        <p:txBody>
          <a:bodyPr anchor="ctr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3441289" y="6731114"/>
            <a:ext cx="17504598" cy="1097936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6400" y="9003458"/>
            <a:ext cx="21024848" cy="2978992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22088" y="1573648"/>
            <a:ext cx="1219200" cy="1169552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l" defTabSz="1828800" hangingPunct="1"/>
            <a:r>
              <a:rPr lang="en-US" sz="16000" kern="1200" dirty="0">
                <a:solidFill>
                  <a:prstClr val="white"/>
                </a:solidFill>
                <a:effectLst/>
                <a:latin typeface="Corbel" panose="020B0503020204020204"/>
                <a:ea typeface="+mn-ea"/>
                <a:cs typeface="+mn-cs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75624" y="5486400"/>
            <a:ext cx="1219200" cy="1169552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 defTabSz="1828800" hangingPunct="1"/>
            <a:r>
              <a:rPr lang="en-US" sz="16000" kern="1200" dirty="0">
                <a:solidFill>
                  <a:prstClr val="white"/>
                </a:solidFill>
                <a:effectLst/>
                <a:latin typeface="Corbel" panose="020B0503020204020204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6067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4653935"/>
            <a:ext cx="21031200" cy="5023670"/>
          </a:xfrm>
        </p:spPr>
        <p:txBody>
          <a:bodyPr anchor="b">
            <a:normAutofit/>
          </a:bodyPr>
          <a:lstStyle>
            <a:lvl1pPr>
              <a:defRPr sz="10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9701162"/>
            <a:ext cx="21028024" cy="2281288"/>
          </a:xfrm>
        </p:spPr>
        <p:txBody>
          <a:bodyPr anchor="t"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522142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2674564" y="3771900"/>
            <a:ext cx="5893732" cy="1152524"/>
          </a:xfrm>
        </p:spPr>
        <p:txBody>
          <a:bodyPr anchor="b">
            <a:noAutofit/>
          </a:bodyPr>
          <a:lstStyle>
            <a:lvl1pPr marL="0" indent="0">
              <a:buNone/>
              <a:defRPr sz="4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2713596" y="5143500"/>
            <a:ext cx="5854700" cy="7178676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75989" y="3771900"/>
            <a:ext cx="5872482" cy="115252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4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9154882" y="5143500"/>
            <a:ext cx="5893588" cy="7178676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5658071" y="3771900"/>
            <a:ext cx="5864226" cy="115252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4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15658071" y="5143500"/>
            <a:ext cx="5864226" cy="7178676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494802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2664170" y="8595006"/>
            <a:ext cx="5880100" cy="1152524"/>
          </a:xfrm>
        </p:spPr>
        <p:txBody>
          <a:bodyPr anchor="b">
            <a:noAutofit/>
          </a:bodyPr>
          <a:lstStyle>
            <a:lvl1pPr marL="0" indent="0">
              <a:buNone/>
              <a:defRPr sz="4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2664170" y="4512708"/>
            <a:ext cx="5880100" cy="304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3200"/>
            </a:lvl1pPr>
            <a:lvl2pPr marL="914400" indent="0">
              <a:buNone/>
              <a:defRPr sz="3200"/>
            </a:lvl2pPr>
            <a:lvl3pPr marL="1828800" indent="0">
              <a:buNone/>
              <a:defRPr sz="3200"/>
            </a:lvl3pPr>
            <a:lvl4pPr marL="2743200" indent="0">
              <a:buNone/>
              <a:defRPr sz="3200"/>
            </a:lvl4pPr>
            <a:lvl5pPr marL="3657600" indent="0">
              <a:buNone/>
              <a:defRPr sz="3200"/>
            </a:lvl5pPr>
            <a:lvl6pPr marL="4572000" indent="0">
              <a:buNone/>
              <a:defRPr sz="3200"/>
            </a:lvl6pPr>
            <a:lvl7pPr marL="5486400" indent="0">
              <a:buNone/>
              <a:defRPr sz="3200"/>
            </a:lvl7pPr>
            <a:lvl8pPr marL="6400800" indent="0">
              <a:buNone/>
              <a:defRPr sz="3200"/>
            </a:lvl8pPr>
            <a:lvl9pPr marL="731520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2664170" y="9747531"/>
            <a:ext cx="5880100" cy="1318378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37995" y="8595006"/>
            <a:ext cx="5861050" cy="1152524"/>
          </a:xfrm>
        </p:spPr>
        <p:txBody>
          <a:bodyPr anchor="b">
            <a:noAutofit/>
          </a:bodyPr>
          <a:lstStyle>
            <a:lvl1pPr marL="0" indent="0">
              <a:buNone/>
              <a:defRPr sz="4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9137993" y="4512708"/>
            <a:ext cx="5861050" cy="304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3200"/>
            </a:lvl1pPr>
            <a:lvl2pPr marL="914400" indent="0">
              <a:buNone/>
              <a:defRPr sz="3200"/>
            </a:lvl2pPr>
            <a:lvl3pPr marL="1828800" indent="0">
              <a:buNone/>
              <a:defRPr sz="3200"/>
            </a:lvl3pPr>
            <a:lvl4pPr marL="2743200" indent="0">
              <a:buNone/>
              <a:defRPr sz="3200"/>
            </a:lvl4pPr>
            <a:lvl5pPr marL="3657600" indent="0">
              <a:buNone/>
              <a:defRPr sz="3200"/>
            </a:lvl5pPr>
            <a:lvl6pPr marL="4572000" indent="0">
              <a:buNone/>
              <a:defRPr sz="3200"/>
            </a:lvl6pPr>
            <a:lvl7pPr marL="5486400" indent="0">
              <a:buNone/>
              <a:defRPr sz="3200"/>
            </a:lvl7pPr>
            <a:lvl8pPr marL="6400800" indent="0">
              <a:buNone/>
              <a:defRPr sz="3200"/>
            </a:lvl8pPr>
            <a:lvl9pPr marL="731520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9135288" y="9747529"/>
            <a:ext cx="5868812" cy="1318378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5608645" y="8595006"/>
            <a:ext cx="5864226" cy="1152524"/>
          </a:xfrm>
        </p:spPr>
        <p:txBody>
          <a:bodyPr anchor="b">
            <a:noAutofit/>
          </a:bodyPr>
          <a:lstStyle>
            <a:lvl1pPr marL="0" indent="0">
              <a:buNone/>
              <a:defRPr sz="4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5608643" y="4512708"/>
            <a:ext cx="5864226" cy="304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3200"/>
            </a:lvl1pPr>
            <a:lvl2pPr marL="914400" indent="0">
              <a:buNone/>
              <a:defRPr sz="3200"/>
            </a:lvl2pPr>
            <a:lvl3pPr marL="1828800" indent="0">
              <a:buNone/>
              <a:defRPr sz="3200"/>
            </a:lvl3pPr>
            <a:lvl4pPr marL="2743200" indent="0">
              <a:buNone/>
              <a:defRPr sz="3200"/>
            </a:lvl4pPr>
            <a:lvl5pPr marL="3657600" indent="0">
              <a:buNone/>
              <a:defRPr sz="3200"/>
            </a:lvl5pPr>
            <a:lvl6pPr marL="4572000" indent="0">
              <a:buNone/>
              <a:defRPr sz="3200"/>
            </a:lvl6pPr>
            <a:lvl7pPr marL="5486400" indent="0">
              <a:buNone/>
              <a:defRPr sz="3200"/>
            </a:lvl7pPr>
            <a:lvl8pPr marL="6400800" indent="0">
              <a:buNone/>
              <a:defRPr sz="3200"/>
            </a:lvl8pPr>
            <a:lvl9pPr marL="731520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15608395" y="9747525"/>
            <a:ext cx="5871994" cy="1318378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873032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6243814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509AC-B130-484D-82C3-F471716222CA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12/10/2024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78B8F-08DB-43BC-9302-98C295D1CB58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144535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0000" y="3651250"/>
            <a:ext cx="204676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 defTabSz="1828800" hangingPunct="1"/>
            <a:fld id="{CA6509AC-B130-484D-82C3-F471716222CA}" type="datetimeFigureOut">
              <a:rPr lang="en-US" kern="1200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  <a:latin typeface="Corbel" panose="020B0503020204020204"/>
                <a:ea typeface="+mn-ea"/>
                <a:cs typeface="+mn-cs"/>
              </a:rPr>
              <a:pPr defTabSz="1828800" hangingPunct="1"/>
              <a:t>12/10/2024</a:t>
            </a:fld>
            <a:endParaRPr lang="en-US" kern="1200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 defTabSz="1828800" hangingPunct="1"/>
            <a:endParaRPr lang="en-US" kern="1200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 defTabSz="1828800" hangingPunct="1"/>
            <a:fld id="{49278B8F-08DB-43BC-9302-98C295D1CB58}" type="slidenum">
              <a:rPr lang="en-US" kern="1200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  <a:latin typeface="Corbel" panose="020B0503020204020204"/>
                <a:ea typeface="+mn-ea"/>
                <a:cs typeface="+mn-cs"/>
              </a:rPr>
              <a:pPr defTabSz="1828800" hangingPunct="1"/>
              <a:t>‹#›</a:t>
            </a:fld>
            <a:endParaRPr lang="en-US" kern="1200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0239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108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ivethirtyeight/data/blob/master/college-majors/all-ages.csv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sa.gov/oact/babynames/numberUSbirths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html/default.asp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eloper.mozilla.org/en-US/docs/Learn/Getting_started_with_the_web/HTML_basics" TargetMode="External"/><Relationship Id="rId4" Type="http://schemas.openxmlformats.org/officeDocument/2006/relationships/hyperlink" Target="https://designshack.net/articles/html/what-is-html-the-anatomy-of-an-html5-document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html/default.asp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eloper.mozilla.org/en-US/docs/Learn/Getting_started_with_the_web/HTML_basics" TargetMode="External"/><Relationship Id="rId4" Type="http://schemas.openxmlformats.org/officeDocument/2006/relationships/hyperlink" Target="https://designshack.net/articles/html/what-is-html-the-anatomy-of-an-html5-document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imple.wikipedia.org/wiki/List_of_U.S._states_by_population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ducation.pa.gov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ducation.pa.gov/DataAndReporting/Assessments/Pages/PSSA-Results.aspx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SelectorGadget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selectorgadget.com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redera.com/blog/business-intelligence/twitter-analytics-using-r-part-1-extract-tweets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100_metres_at_the_Olympics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3875288"/>
            <a:ext cx="24065060" cy="328298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1100" dirty="0">
                <a:solidFill>
                  <a:srgbClr val="FFFF00"/>
                </a:solidFill>
              </a:rPr>
              <a:t>Data Wrangling</a:t>
            </a:r>
            <a:br>
              <a:rPr lang="en-US" sz="16000" dirty="0">
                <a:solidFill>
                  <a:srgbClr val="FFFF00"/>
                </a:solidFill>
              </a:rPr>
            </a:br>
            <a:r>
              <a:rPr lang="en-US" sz="16000" dirty="0">
                <a:solidFill>
                  <a:srgbClr val="FFFF00"/>
                </a:solidFill>
              </a:rPr>
              <a:t>Data Scraping</a:t>
            </a:r>
            <a:endParaRPr lang="en-US" sz="13300" dirty="0">
              <a:solidFill>
                <a:srgbClr val="FFFF00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873602" y="10363503"/>
            <a:ext cx="18288000" cy="150805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STAT 7500 – Statistical Programming</a:t>
            </a:r>
          </a:p>
        </p:txBody>
      </p:sp>
    </p:spTree>
    <p:extLst>
      <p:ext uri="{BB962C8B-B14F-4D97-AF65-F5344CB8AC3E}">
        <p14:creationId xmlns:p14="http://schemas.microsoft.com/office/powerpoint/2010/main" val="222571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Overview of Data Wrangling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6000" dirty="0">
                <a:solidFill>
                  <a:schemeClr val="tx1"/>
                </a:solidFill>
              </a:rPr>
              <a:t>Isolating data </a:t>
            </a:r>
            <a:r>
              <a:rPr lang="en-US" sz="6000" dirty="0"/>
              <a:t>– </a:t>
            </a:r>
            <a:r>
              <a:rPr lang="en-US" sz="6000" dirty="0">
                <a:solidFill>
                  <a:schemeClr val="accent6"/>
                </a:solidFill>
              </a:rPr>
              <a:t>filter</a:t>
            </a:r>
            <a:r>
              <a:rPr lang="en-US" sz="6000" dirty="0"/>
              <a:t>, </a:t>
            </a:r>
            <a:r>
              <a:rPr lang="en-US" sz="6000" dirty="0">
                <a:solidFill>
                  <a:schemeClr val="accent6"/>
                </a:solidFill>
              </a:rPr>
              <a:t>select</a:t>
            </a:r>
            <a:r>
              <a:rPr lang="en-US" sz="6000" dirty="0"/>
              <a:t>, and </a:t>
            </a:r>
            <a:r>
              <a:rPr lang="en-US" sz="6000" dirty="0">
                <a:solidFill>
                  <a:schemeClr val="accent6"/>
                </a:solidFill>
              </a:rPr>
              <a:t>arrange</a:t>
            </a:r>
          </a:p>
          <a:p>
            <a:r>
              <a:rPr lang="en-US" sz="6000" dirty="0">
                <a:solidFill>
                  <a:schemeClr val="tx1"/>
                </a:solidFill>
              </a:rPr>
              <a:t>Piping operator </a:t>
            </a:r>
            <a:r>
              <a:rPr lang="en-US" sz="6000" dirty="0"/>
              <a:t>– </a:t>
            </a:r>
            <a:r>
              <a:rPr lang="en-US" sz="6000" dirty="0">
                <a:solidFill>
                  <a:schemeClr val="accent6"/>
                </a:solidFill>
              </a:rPr>
              <a:t>%&gt;%</a:t>
            </a:r>
            <a:endParaRPr lang="en-US" sz="6000" dirty="0">
              <a:solidFill>
                <a:srgbClr val="FFFF00"/>
              </a:solidFill>
            </a:endParaRPr>
          </a:p>
          <a:p>
            <a:r>
              <a:rPr lang="en-US" sz="6000" dirty="0">
                <a:solidFill>
                  <a:schemeClr val="tx1"/>
                </a:solidFill>
              </a:rPr>
              <a:t>Deriving information </a:t>
            </a:r>
            <a:r>
              <a:rPr lang="en-US" sz="6000" dirty="0"/>
              <a:t>– </a:t>
            </a:r>
            <a:r>
              <a:rPr lang="en-US" sz="6000" dirty="0">
                <a:solidFill>
                  <a:schemeClr val="accent6"/>
                </a:solidFill>
              </a:rPr>
              <a:t>summarize</a:t>
            </a:r>
            <a:r>
              <a:rPr lang="en-US" sz="6000" dirty="0"/>
              <a:t>, </a:t>
            </a:r>
            <a:r>
              <a:rPr lang="en-US" sz="6000" dirty="0" err="1">
                <a:solidFill>
                  <a:schemeClr val="accent6"/>
                </a:solidFill>
              </a:rPr>
              <a:t>group_by</a:t>
            </a:r>
            <a:r>
              <a:rPr lang="en-US" sz="6000" dirty="0"/>
              <a:t>, </a:t>
            </a:r>
            <a:r>
              <a:rPr lang="en-US" sz="6000" dirty="0">
                <a:solidFill>
                  <a:schemeClr val="accent6"/>
                </a:solidFill>
              </a:rPr>
              <a:t>mutate</a:t>
            </a:r>
          </a:p>
          <a:p>
            <a:r>
              <a:rPr lang="en-US" sz="6000" dirty="0"/>
              <a:t>Combining datasets – </a:t>
            </a:r>
            <a:r>
              <a:rPr lang="en-US" sz="6000" dirty="0" err="1">
                <a:solidFill>
                  <a:srgbClr val="FFC000"/>
                </a:solidFill>
              </a:rPr>
              <a:t>bind_row</a:t>
            </a:r>
            <a:r>
              <a:rPr lang="en-US" sz="6000" dirty="0"/>
              <a:t> and </a:t>
            </a:r>
            <a:r>
              <a:rPr lang="en-US" sz="6000" dirty="0">
                <a:solidFill>
                  <a:srgbClr val="FFC000"/>
                </a:solidFill>
              </a:rPr>
              <a:t>join</a:t>
            </a:r>
            <a:r>
              <a:rPr lang="en-US" sz="6000" dirty="0"/>
              <a:t>s</a:t>
            </a:r>
            <a:endParaRPr lang="en-US" sz="6000" dirty="0">
              <a:solidFill>
                <a:srgbClr val="FFC000"/>
              </a:solidFill>
            </a:endParaRPr>
          </a:p>
          <a:p>
            <a:r>
              <a:rPr lang="en-US" sz="6000" dirty="0">
                <a:solidFill>
                  <a:schemeClr val="tx1"/>
                </a:solidFill>
              </a:rPr>
              <a:t>Tidy data </a:t>
            </a:r>
            <a:r>
              <a:rPr lang="en-US" sz="6000" dirty="0"/>
              <a:t>– </a:t>
            </a:r>
            <a:r>
              <a:rPr lang="en-US" sz="6000" dirty="0" err="1">
                <a:solidFill>
                  <a:schemeClr val="accent6"/>
                </a:solidFill>
              </a:rPr>
              <a:t>pivot_longer</a:t>
            </a:r>
            <a:r>
              <a:rPr lang="en-US" sz="6000" dirty="0"/>
              <a:t>, </a:t>
            </a:r>
            <a:r>
              <a:rPr lang="en-US" sz="6000" dirty="0" err="1">
                <a:solidFill>
                  <a:schemeClr val="accent6"/>
                </a:solidFill>
              </a:rPr>
              <a:t>pivot_wider</a:t>
            </a:r>
            <a:endParaRPr lang="en-US" sz="6000" dirty="0">
              <a:solidFill>
                <a:schemeClr val="accent6"/>
              </a:solidFill>
            </a:endParaRPr>
          </a:p>
          <a:p>
            <a:r>
              <a:rPr lang="en-US" sz="6000" dirty="0">
                <a:solidFill>
                  <a:schemeClr val="tx1"/>
                </a:solidFill>
              </a:rPr>
              <a:t>Working with strings </a:t>
            </a:r>
            <a:r>
              <a:rPr lang="en-US" sz="6000" dirty="0"/>
              <a:t>–</a:t>
            </a:r>
            <a:r>
              <a:rPr lang="en-US" sz="6000" dirty="0">
                <a:solidFill>
                  <a:schemeClr val="tx1"/>
                </a:solidFill>
              </a:rPr>
              <a:t> </a:t>
            </a:r>
            <a:r>
              <a:rPr lang="en-US" sz="6000" dirty="0">
                <a:solidFill>
                  <a:schemeClr val="accent6"/>
                </a:solidFill>
              </a:rPr>
              <a:t>stringr</a:t>
            </a:r>
          </a:p>
          <a:p>
            <a:r>
              <a:rPr lang="en-US" sz="6000" dirty="0">
                <a:solidFill>
                  <a:srgbClr val="FFFF00"/>
                </a:solidFill>
              </a:rPr>
              <a:t>Scraping data </a:t>
            </a:r>
            <a:r>
              <a:rPr lang="en-US" sz="6000" dirty="0"/>
              <a:t>– </a:t>
            </a:r>
            <a:r>
              <a:rPr lang="en-US" sz="6000" dirty="0" err="1">
                <a:solidFill>
                  <a:schemeClr val="accent6"/>
                </a:solidFill>
              </a:rPr>
              <a:t>rvest</a:t>
            </a:r>
            <a:endParaRPr lang="en-US" sz="6000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740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Data Scraping (from the Internet)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Reference a file on the internet</a:t>
            </a:r>
          </a:p>
          <a:p>
            <a:r>
              <a:rPr lang="en-US" dirty="0"/>
              <a:t>Download a file from the internet</a:t>
            </a:r>
          </a:p>
          <a:p>
            <a:r>
              <a:rPr lang="en-US" dirty="0"/>
              <a:t>Scrape a table from an HTML file</a:t>
            </a:r>
          </a:p>
          <a:p>
            <a:r>
              <a:rPr lang="en-US" dirty="0"/>
              <a:t>The selector gadget</a:t>
            </a:r>
          </a:p>
          <a:p>
            <a:r>
              <a:rPr lang="en-US" dirty="0"/>
              <a:t>Using Twitter’s Application Programming Interface (API)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055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Fivethirtyeight.com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Nate Silver – Politics, Sports, and More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5920560"/>
            <a:ext cx="10286611" cy="78032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0611" y="6236383"/>
            <a:ext cx="4953389" cy="74796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34665"/>
            <a:ext cx="9144000" cy="888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04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2"/>
                </a:solidFill>
              </a:rPr>
              <a:t>Fivethirtyeight</a:t>
            </a:r>
            <a:r>
              <a:rPr lang="en-US" dirty="0">
                <a:solidFill>
                  <a:schemeClr val="tx2"/>
                </a:solidFill>
              </a:rPr>
              <a:t>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585935"/>
            <a:ext cx="22144000" cy="9694636"/>
          </a:xfrm>
        </p:spPr>
        <p:txBody>
          <a:bodyPr/>
          <a:lstStyle/>
          <a:p>
            <a:r>
              <a:rPr lang="en-US" dirty="0"/>
              <a:t>College Major data: </a:t>
            </a:r>
            <a:r>
              <a:rPr lang="en-US" sz="3600" dirty="0">
                <a:hlinkClick r:id="rId3"/>
              </a:rPr>
              <a:t>https://github.com/fivethirtyeight/data/blob/master/college-majors/all-ages.csv</a:t>
            </a:r>
            <a:r>
              <a:rPr lang="en-US" sz="3600" dirty="0"/>
              <a:t> </a:t>
            </a:r>
            <a:endParaRPr lang="en-US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764" y="4528457"/>
            <a:ext cx="16956293" cy="918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61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Reference a File on the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49"/>
            <a:ext cx="22144000" cy="9890579"/>
          </a:xfrm>
        </p:spPr>
        <p:txBody>
          <a:bodyPr>
            <a:normAutofit/>
          </a:bodyPr>
          <a:lstStyle/>
          <a:p>
            <a:r>
              <a:rPr lang="en-US" dirty="0"/>
              <a:t>We want to read in the actual csv file (for now)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Click on “raw” to get the raw csv file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3600" dirty="0">
                <a:solidFill>
                  <a:schemeClr val="accent6"/>
                </a:solidFill>
              </a:rPr>
              <a:t>collmaj538_file &lt;- "https://raw.githubusercontent.com/</a:t>
            </a:r>
            <a:r>
              <a:rPr lang="en-US" sz="3600" dirty="0" err="1">
                <a:solidFill>
                  <a:schemeClr val="accent6"/>
                </a:solidFill>
              </a:rPr>
              <a:t>fivethirtyeight</a:t>
            </a:r>
            <a:r>
              <a:rPr lang="en-US" sz="3600" dirty="0">
                <a:solidFill>
                  <a:schemeClr val="accent6"/>
                </a:solidFill>
              </a:rPr>
              <a:t>/data/master/college-majors/all-ages.csv"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collmaj</a:t>
            </a:r>
            <a:r>
              <a:rPr lang="en-US" dirty="0">
                <a:solidFill>
                  <a:schemeClr val="accent6"/>
                </a:solidFill>
              </a:rPr>
              <a:t> &lt;- </a:t>
            </a:r>
            <a:r>
              <a:rPr lang="en-US" dirty="0" err="1">
                <a:solidFill>
                  <a:schemeClr val="accent6"/>
                </a:solidFill>
              </a:rPr>
              <a:t>read_csv</a:t>
            </a:r>
            <a:r>
              <a:rPr lang="en-US" dirty="0">
                <a:solidFill>
                  <a:schemeClr val="accent6"/>
                </a:solidFill>
              </a:rPr>
              <a:t>(collmaj538_file)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832" y="4934703"/>
            <a:ext cx="17222301" cy="322489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6459200" y="4863830"/>
            <a:ext cx="1206230" cy="97276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77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Explore the Data…Median Salary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2144000" cy="1006475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collmaj</a:t>
            </a:r>
            <a:r>
              <a:rPr lang="en-US" dirty="0">
                <a:solidFill>
                  <a:schemeClr val="accent6"/>
                </a:solidFill>
              </a:rPr>
              <a:t>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	select(</a:t>
            </a:r>
            <a:r>
              <a:rPr lang="en-US" dirty="0" err="1">
                <a:solidFill>
                  <a:schemeClr val="accent6"/>
                </a:solidFill>
              </a:rPr>
              <a:t>Major,Median</a:t>
            </a:r>
            <a:r>
              <a:rPr lang="en-US" dirty="0">
                <a:solidFill>
                  <a:schemeClr val="accent6"/>
                </a:solidFill>
              </a:rPr>
              <a:t>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	arrange(</a:t>
            </a:r>
            <a:r>
              <a:rPr lang="en-US" dirty="0" err="1">
                <a:solidFill>
                  <a:schemeClr val="accent6"/>
                </a:solidFill>
              </a:rPr>
              <a:t>desc</a:t>
            </a:r>
            <a:r>
              <a:rPr lang="en-US" dirty="0">
                <a:solidFill>
                  <a:schemeClr val="accent6"/>
                </a:solidFill>
              </a:rPr>
              <a:t>(Median)) %&gt;%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	slice(c(1:5,(</a:t>
            </a:r>
            <a:r>
              <a:rPr lang="en-US" dirty="0" err="1">
                <a:solidFill>
                  <a:schemeClr val="accent6"/>
                </a:solidFill>
              </a:rPr>
              <a:t>nrow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collmaj</a:t>
            </a:r>
            <a:r>
              <a:rPr lang="en-US" dirty="0">
                <a:solidFill>
                  <a:schemeClr val="accent6"/>
                </a:solidFill>
              </a:rPr>
              <a:t>)-4):nrow(</a:t>
            </a:r>
            <a:r>
              <a:rPr lang="en-US" dirty="0" err="1">
                <a:solidFill>
                  <a:schemeClr val="accent6"/>
                </a:solidFill>
              </a:rPr>
              <a:t>collmaj</a:t>
            </a:r>
            <a:r>
              <a:rPr lang="en-US" dirty="0">
                <a:solidFill>
                  <a:schemeClr val="accent6"/>
                </a:solidFill>
              </a:rPr>
              <a:t>)))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120" y="7633252"/>
            <a:ext cx="17320367" cy="60827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913C1E-DFB9-464D-B6E7-280F30B4CED8}"/>
              </a:ext>
            </a:extLst>
          </p:cNvPr>
          <p:cNvSpPr txBox="1"/>
          <p:nvPr/>
        </p:nvSpPr>
        <p:spPr>
          <a:xfrm rot="1021056">
            <a:off x="15479648" y="4467156"/>
            <a:ext cx="572304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Think about bias…</a:t>
            </a:r>
          </a:p>
        </p:txBody>
      </p:sp>
    </p:spTree>
    <p:extLst>
      <p:ext uri="{BB962C8B-B14F-4D97-AF65-F5344CB8AC3E}">
        <p14:creationId xmlns:p14="http://schemas.microsoft.com/office/powerpoint/2010/main" val="181919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Explore the Data…Unemployment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2144000" cy="1006475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collmaj</a:t>
            </a:r>
            <a:r>
              <a:rPr lang="en-US" dirty="0">
                <a:solidFill>
                  <a:schemeClr val="accent6"/>
                </a:solidFill>
              </a:rPr>
              <a:t>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	select(</a:t>
            </a:r>
            <a:r>
              <a:rPr lang="en-US" dirty="0" err="1">
                <a:solidFill>
                  <a:schemeClr val="accent6"/>
                </a:solidFill>
              </a:rPr>
              <a:t>Major,Unemployment_rate</a:t>
            </a:r>
            <a:r>
              <a:rPr lang="en-US" dirty="0">
                <a:solidFill>
                  <a:schemeClr val="accent6"/>
                </a:solidFill>
              </a:rPr>
              <a:t>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	arrange(</a:t>
            </a:r>
            <a:r>
              <a:rPr lang="en-US" dirty="0" err="1">
                <a:solidFill>
                  <a:schemeClr val="accent6"/>
                </a:solidFill>
              </a:rPr>
              <a:t>desc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Unemployment_rate</a:t>
            </a:r>
            <a:r>
              <a:rPr lang="en-US" dirty="0">
                <a:solidFill>
                  <a:schemeClr val="accent6"/>
                </a:solidFill>
              </a:rPr>
              <a:t>)) %&gt;%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	slice(c(1:5,(</a:t>
            </a:r>
            <a:r>
              <a:rPr lang="en-US" dirty="0" err="1">
                <a:solidFill>
                  <a:schemeClr val="accent6"/>
                </a:solidFill>
              </a:rPr>
              <a:t>nrow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collmaj</a:t>
            </a:r>
            <a:r>
              <a:rPr lang="en-US" dirty="0">
                <a:solidFill>
                  <a:schemeClr val="accent6"/>
                </a:solidFill>
              </a:rPr>
              <a:t>)-4):nrow(</a:t>
            </a:r>
            <a:r>
              <a:rPr lang="en-US" dirty="0" err="1">
                <a:solidFill>
                  <a:schemeClr val="accent6"/>
                </a:solidFill>
              </a:rPr>
              <a:t>collmaj</a:t>
            </a:r>
            <a:r>
              <a:rPr lang="en-US" dirty="0">
                <a:solidFill>
                  <a:schemeClr val="accent6"/>
                </a:solidFill>
              </a:rPr>
              <a:t>)))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208" y="7573962"/>
            <a:ext cx="17925261" cy="614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234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</a:rPr>
              <a:t>Explore the Data…</a:t>
            </a:r>
            <a:r>
              <a:rPr lang="en-US" dirty="0" err="1">
                <a:solidFill>
                  <a:schemeClr val="tx2"/>
                </a:solidFill>
              </a:rPr>
              <a:t>Unemp</a:t>
            </a:r>
            <a:r>
              <a:rPr lang="en-US" dirty="0">
                <a:solidFill>
                  <a:schemeClr val="tx2"/>
                </a:solidFill>
              </a:rPr>
              <a:t> vs. 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2144000" cy="1006475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ggplot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collmaj,aes</a:t>
            </a:r>
            <a:r>
              <a:rPr lang="en-US" dirty="0">
                <a:solidFill>
                  <a:schemeClr val="accent6"/>
                </a:solidFill>
              </a:rPr>
              <a:t>(x=</a:t>
            </a:r>
            <a:r>
              <a:rPr lang="en-US" dirty="0" err="1">
                <a:solidFill>
                  <a:schemeClr val="accent6"/>
                </a:solidFill>
              </a:rPr>
              <a:t>Unemployment_rate,y</a:t>
            </a:r>
            <a:r>
              <a:rPr lang="en-US" dirty="0">
                <a:solidFill>
                  <a:schemeClr val="accent6"/>
                </a:solidFill>
              </a:rPr>
              <a:t>=Median)) +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</a:t>
            </a:r>
            <a:r>
              <a:rPr lang="en-US" dirty="0" err="1">
                <a:solidFill>
                  <a:schemeClr val="accent6"/>
                </a:solidFill>
              </a:rPr>
              <a:t>geom_point</a:t>
            </a:r>
            <a:r>
              <a:rPr lang="en-US" dirty="0">
                <a:solidFill>
                  <a:schemeClr val="accent6"/>
                </a:solidFill>
              </a:rPr>
              <a:t>() + </a:t>
            </a:r>
            <a:r>
              <a:rPr lang="en-US" dirty="0" err="1">
                <a:solidFill>
                  <a:schemeClr val="accent6"/>
                </a:solidFill>
              </a:rPr>
              <a:t>geom_smooth</a:t>
            </a:r>
            <a:r>
              <a:rPr lang="en-US" dirty="0">
                <a:solidFill>
                  <a:schemeClr val="accent6"/>
                </a:solidFill>
              </a:rPr>
              <a:t>()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495" y="5585748"/>
            <a:ext cx="13174019" cy="813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9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Explore the Data…Stat/CS-related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 err="1">
                <a:solidFill>
                  <a:schemeClr val="accent6"/>
                </a:solidFill>
              </a:rPr>
              <a:t>collmaj</a:t>
            </a:r>
            <a:r>
              <a:rPr lang="en-US" sz="4800" dirty="0">
                <a:solidFill>
                  <a:schemeClr val="accent6"/>
                </a:solidFill>
              </a:rPr>
              <a:t> %&gt;% 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accent6"/>
                </a:solidFill>
              </a:rPr>
              <a:t>  	filter(</a:t>
            </a:r>
            <a:r>
              <a:rPr lang="en-US" sz="4800" dirty="0" err="1">
                <a:solidFill>
                  <a:schemeClr val="accent6"/>
                </a:solidFill>
              </a:rPr>
              <a:t>Major_code</a:t>
            </a:r>
            <a:r>
              <a:rPr lang="en-US" sz="4800" dirty="0">
                <a:solidFill>
                  <a:schemeClr val="accent6"/>
                </a:solidFill>
              </a:rPr>
              <a:t> %in% c(2101, 2102, 3700, 3701, 3702, 4005)) %&gt;%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accent6"/>
                </a:solidFill>
              </a:rPr>
              <a:t>  	arrange(</a:t>
            </a:r>
            <a:r>
              <a:rPr lang="en-US" sz="4800" dirty="0" err="1">
                <a:solidFill>
                  <a:schemeClr val="accent6"/>
                </a:solidFill>
              </a:rPr>
              <a:t>desc</a:t>
            </a:r>
            <a:r>
              <a:rPr lang="en-US" sz="4800" dirty="0">
                <a:solidFill>
                  <a:schemeClr val="accent6"/>
                </a:solidFill>
              </a:rPr>
              <a:t>(Median)) %&gt;% </a:t>
            </a:r>
          </a:p>
          <a:p>
            <a:pPr marL="0" indent="0">
              <a:buNone/>
            </a:pPr>
            <a:r>
              <a:rPr lang="en-US" sz="4800" dirty="0">
                <a:solidFill>
                  <a:schemeClr val="accent6"/>
                </a:solidFill>
              </a:rPr>
              <a:t>  	select(</a:t>
            </a:r>
            <a:r>
              <a:rPr lang="en-US" sz="4800" dirty="0" err="1">
                <a:solidFill>
                  <a:schemeClr val="accent6"/>
                </a:solidFill>
              </a:rPr>
              <a:t>Major_code</a:t>
            </a:r>
            <a:r>
              <a:rPr lang="en-US" sz="4800" dirty="0">
                <a:solidFill>
                  <a:schemeClr val="accent6"/>
                </a:solidFill>
              </a:rPr>
              <a:t>, Major, Total, </a:t>
            </a:r>
            <a:r>
              <a:rPr lang="en-US" sz="4800" dirty="0" err="1">
                <a:solidFill>
                  <a:schemeClr val="accent6"/>
                </a:solidFill>
              </a:rPr>
              <a:t>Unemployment_rate</a:t>
            </a:r>
            <a:r>
              <a:rPr lang="en-US" sz="4800" dirty="0">
                <a:solidFill>
                  <a:schemeClr val="accent6"/>
                </a:solidFill>
              </a:rPr>
              <a:t>, Median)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01845"/>
            <a:ext cx="24471831" cy="455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7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Is this Good Coding?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Remove website or change structure -&gt; It fails!</a:t>
            </a:r>
          </a:p>
          <a:p>
            <a:r>
              <a:rPr lang="en-US" dirty="0"/>
              <a:t>Change or update data on website -&gt; Not reproducible!</a:t>
            </a:r>
          </a:p>
          <a:p>
            <a:r>
              <a:rPr lang="en-US" dirty="0"/>
              <a:t>Solution 1: Record the date which you ran the file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</a:t>
            </a:r>
            <a:r>
              <a:rPr lang="en-US" dirty="0" err="1">
                <a:solidFill>
                  <a:schemeClr val="accent6"/>
                </a:solidFill>
              </a:rPr>
              <a:t>Sys.time</a:t>
            </a:r>
            <a:r>
              <a:rPr lang="en-US" dirty="0">
                <a:solidFill>
                  <a:schemeClr val="accent6"/>
                </a:solidFill>
              </a:rPr>
              <a:t>()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Solution 2: Save the file locally…</a:t>
            </a:r>
          </a:p>
          <a:p>
            <a:pPr marL="914400" lvl="1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914400" lvl="1" indent="0">
              <a:buNone/>
            </a:pPr>
            <a:endParaRPr lang="en-US" dirty="0"/>
          </a:p>
          <a:p>
            <a:pPr marL="9144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958" y="7798934"/>
            <a:ext cx="10934704" cy="136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3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Download a File from the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2144000" cy="10064750"/>
          </a:xfrm>
        </p:spPr>
        <p:txBody>
          <a:bodyPr>
            <a:normAutofit/>
          </a:bodyPr>
          <a:lstStyle/>
          <a:p>
            <a:r>
              <a:rPr lang="en-US" sz="6600" dirty="0"/>
              <a:t>Base R</a:t>
            </a:r>
          </a:p>
          <a:p>
            <a:pPr marL="914400" lvl="1" indent="0">
              <a:buNone/>
            </a:pPr>
            <a:r>
              <a:rPr lang="en-US" sz="6000" dirty="0">
                <a:solidFill>
                  <a:schemeClr val="accent6"/>
                </a:solidFill>
              </a:rPr>
              <a:t>collmaj538_file &lt;- </a:t>
            </a:r>
            <a:r>
              <a:rPr lang="en-US" sz="4300" dirty="0">
                <a:solidFill>
                  <a:schemeClr val="accent6"/>
                </a:solidFill>
              </a:rPr>
              <a:t>"https://raw.githubusercontent.com/</a:t>
            </a:r>
            <a:r>
              <a:rPr lang="en-US" sz="4300" dirty="0" err="1">
                <a:solidFill>
                  <a:schemeClr val="accent6"/>
                </a:solidFill>
              </a:rPr>
              <a:t>fivethirtyeight</a:t>
            </a:r>
            <a:r>
              <a:rPr lang="en-US" sz="4300" dirty="0">
                <a:solidFill>
                  <a:schemeClr val="accent6"/>
                </a:solidFill>
              </a:rPr>
              <a:t>/data/master/college-majors/all-ages.csv"</a:t>
            </a:r>
          </a:p>
          <a:p>
            <a:pPr marL="914400" lvl="1" indent="0">
              <a:buNone/>
            </a:pPr>
            <a:r>
              <a:rPr lang="en-US" sz="6000" dirty="0" err="1">
                <a:solidFill>
                  <a:schemeClr val="accent6"/>
                </a:solidFill>
              </a:rPr>
              <a:t>file_mycomp</a:t>
            </a:r>
            <a:r>
              <a:rPr lang="en-US" sz="6000" dirty="0">
                <a:solidFill>
                  <a:schemeClr val="accent6"/>
                </a:solidFill>
              </a:rPr>
              <a:t> &lt;- "collmaj538.csv“  </a:t>
            </a:r>
            <a:r>
              <a:rPr lang="en-US" sz="6000" dirty="0">
                <a:solidFill>
                  <a:schemeClr val="accent2"/>
                </a:solidFill>
              </a:rPr>
              <a:t>(in the working directory)</a:t>
            </a:r>
          </a:p>
          <a:p>
            <a:pPr marL="914400" lvl="1" indent="0">
              <a:buNone/>
            </a:pPr>
            <a:r>
              <a:rPr lang="en-US" sz="6000" dirty="0" err="1">
                <a:solidFill>
                  <a:schemeClr val="accent6"/>
                </a:solidFill>
              </a:rPr>
              <a:t>download.file</a:t>
            </a:r>
            <a:r>
              <a:rPr lang="en-US" sz="6000" dirty="0">
                <a:solidFill>
                  <a:schemeClr val="accent6"/>
                </a:solidFill>
              </a:rPr>
              <a:t>(collmaj538_file,file_mycomp)</a:t>
            </a:r>
          </a:p>
          <a:p>
            <a:r>
              <a:rPr lang="en-US" sz="6000" dirty="0"/>
              <a:t>See also </a:t>
            </a:r>
            <a:r>
              <a:rPr lang="en-US" sz="6000" dirty="0" err="1">
                <a:solidFill>
                  <a:schemeClr val="accent6"/>
                </a:solidFill>
              </a:rPr>
              <a:t>RCurl</a:t>
            </a:r>
            <a:r>
              <a:rPr lang="en-US" sz="6000" dirty="0">
                <a:solidFill>
                  <a:schemeClr val="accent6"/>
                </a:solidFill>
              </a:rPr>
              <a:t> </a:t>
            </a:r>
            <a:r>
              <a:rPr lang="en-US" sz="6000" dirty="0"/>
              <a:t>package</a:t>
            </a:r>
          </a:p>
          <a:p>
            <a:r>
              <a:rPr lang="en-US" sz="6000" dirty="0"/>
              <a:t>Then the rest is the same as before…</a:t>
            </a:r>
          </a:p>
          <a:p>
            <a:pPr marL="914400" lvl="1" indent="0">
              <a:buNone/>
            </a:pPr>
            <a:endParaRPr lang="en-US" sz="36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602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399" y="730251"/>
            <a:ext cx="21662571" cy="265112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SSA – Birth File</a:t>
            </a:r>
            <a:br>
              <a:rPr lang="en-US" dirty="0"/>
            </a:br>
            <a:r>
              <a:rPr lang="en-US" sz="6700" dirty="0">
                <a:hlinkClick r:id="rId3"/>
              </a:rPr>
              <a:t>https://www.ssa.gov/oact/babynames/numberUSbirths.html</a:t>
            </a:r>
            <a:r>
              <a:rPr lang="en-US" sz="6700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086" y="3381377"/>
            <a:ext cx="14518345" cy="10334623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147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Scrape a table from an HTML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2144000" cy="100647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Anatomy of HTML files - see </a:t>
            </a:r>
            <a:r>
              <a:rPr lang="en-US" dirty="0">
                <a:solidFill>
                  <a:schemeClr val="tx1"/>
                </a:solidFill>
                <a:hlinkClick r:id="rId3"/>
              </a:rPr>
              <a:t>w3schools</a:t>
            </a:r>
            <a:r>
              <a:rPr lang="en-US" dirty="0">
                <a:solidFill>
                  <a:schemeClr val="tx1"/>
                </a:solidFill>
              </a:rPr>
              <a:t> (or </a:t>
            </a:r>
            <a:r>
              <a:rPr lang="en-US" dirty="0" err="1">
                <a:solidFill>
                  <a:schemeClr val="tx1"/>
                </a:solidFill>
                <a:hlinkClick r:id="rId4"/>
              </a:rPr>
              <a:t>DesignShack</a:t>
            </a:r>
            <a:r>
              <a:rPr lang="en-US" dirty="0">
                <a:solidFill>
                  <a:schemeClr val="tx1"/>
                </a:solidFill>
              </a:rPr>
              <a:t> or </a:t>
            </a:r>
            <a:r>
              <a:rPr lang="en-US" dirty="0">
                <a:solidFill>
                  <a:schemeClr val="tx1"/>
                </a:solidFill>
                <a:hlinkClick r:id="rId5"/>
              </a:rPr>
              <a:t>Mozilla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View source code – right-click (in most browsers)</a:t>
            </a:r>
          </a:p>
        </p:txBody>
      </p:sp>
    </p:spTree>
    <p:extLst>
      <p:ext uri="{BB962C8B-B14F-4D97-AF65-F5344CB8AC3E}">
        <p14:creationId xmlns:p14="http://schemas.microsoft.com/office/powerpoint/2010/main" val="1035814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Scrape a table from an HTML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2144000" cy="100647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Anatomy of HTML files - see </a:t>
            </a:r>
            <a:r>
              <a:rPr lang="en-US" dirty="0">
                <a:solidFill>
                  <a:schemeClr val="tx1"/>
                </a:solidFill>
                <a:hlinkClick r:id="rId3"/>
              </a:rPr>
              <a:t>w3schools</a:t>
            </a:r>
            <a:r>
              <a:rPr lang="en-US" dirty="0">
                <a:solidFill>
                  <a:schemeClr val="tx1"/>
                </a:solidFill>
              </a:rPr>
              <a:t> (or </a:t>
            </a:r>
            <a:r>
              <a:rPr lang="en-US" dirty="0" err="1">
                <a:solidFill>
                  <a:schemeClr val="tx1"/>
                </a:solidFill>
                <a:hlinkClick r:id="rId4"/>
              </a:rPr>
              <a:t>DesignShack</a:t>
            </a:r>
            <a:r>
              <a:rPr lang="en-US" dirty="0">
                <a:solidFill>
                  <a:schemeClr val="tx1"/>
                </a:solidFill>
              </a:rPr>
              <a:t> or </a:t>
            </a:r>
            <a:r>
              <a:rPr lang="en-US" dirty="0">
                <a:solidFill>
                  <a:schemeClr val="tx1"/>
                </a:solidFill>
                <a:hlinkClick r:id="rId5"/>
              </a:rPr>
              <a:t>Mozilla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View source code – right-click (in most browsers)</a:t>
            </a:r>
          </a:p>
          <a:p>
            <a:r>
              <a:rPr lang="en-US" dirty="0" err="1">
                <a:solidFill>
                  <a:srgbClr val="FFC000"/>
                </a:solidFill>
              </a:rPr>
              <a:t>rvest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package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Wrappers around xml2 and </a:t>
            </a:r>
            <a:r>
              <a:rPr lang="en-US" dirty="0" err="1">
                <a:solidFill>
                  <a:schemeClr val="tx1"/>
                </a:solidFill>
              </a:rPr>
              <a:t>httr</a:t>
            </a:r>
            <a:r>
              <a:rPr lang="en-US" dirty="0">
                <a:solidFill>
                  <a:schemeClr val="tx1"/>
                </a:solidFill>
              </a:rPr>
              <a:t> packages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Make it easy to download and manipulate HTML and XML files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HTML</a:t>
            </a:r>
            <a:r>
              <a:rPr lang="en-US" dirty="0">
                <a:solidFill>
                  <a:schemeClr val="tx1"/>
                </a:solidFill>
              </a:rPr>
              <a:t> is </a:t>
            </a:r>
            <a:r>
              <a:rPr lang="en-US" dirty="0">
                <a:solidFill>
                  <a:schemeClr val="accent2"/>
                </a:solidFill>
              </a:rPr>
              <a:t>Hypertext Markup Language </a:t>
            </a:r>
            <a:r>
              <a:rPr lang="en-US" dirty="0">
                <a:solidFill>
                  <a:schemeClr val="tx1"/>
                </a:solidFill>
              </a:rPr>
              <a:t>- the language of web pages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XML</a:t>
            </a:r>
            <a:r>
              <a:rPr lang="en-US" dirty="0">
                <a:solidFill>
                  <a:schemeClr val="tx1"/>
                </a:solidFill>
              </a:rPr>
              <a:t> is </a:t>
            </a:r>
            <a:r>
              <a:rPr lang="en-US" dirty="0">
                <a:solidFill>
                  <a:schemeClr val="accent2"/>
                </a:solidFill>
              </a:rPr>
              <a:t>Extensible Markup Language </a:t>
            </a:r>
            <a:r>
              <a:rPr lang="en-US" dirty="0">
                <a:solidFill>
                  <a:schemeClr val="tx1"/>
                </a:solidFill>
              </a:rPr>
              <a:t>- the programming language by which applications communicate over the internet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42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FF00"/>
                </a:solidFill>
              </a:rPr>
              <a:t>read_html</a:t>
            </a:r>
            <a:r>
              <a:rPr lang="en-US" dirty="0">
                <a:solidFill>
                  <a:srgbClr val="FFFF00"/>
                </a:solidFill>
              </a:rPr>
              <a:t>() </a:t>
            </a:r>
            <a:r>
              <a:rPr lang="en-US" dirty="0">
                <a:solidFill>
                  <a:schemeClr val="tx2"/>
                </a:solidFill>
              </a:rPr>
              <a:t>to read the file into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2144000" cy="8702676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birth_file</a:t>
            </a:r>
            <a:r>
              <a:rPr lang="en-US" dirty="0">
                <a:solidFill>
                  <a:schemeClr val="accent6"/>
                </a:solidFill>
              </a:rPr>
              <a:t> &lt;- "https://www.ssa.gov/oact/babynames/numberUSbirths.html"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birth_file</a:t>
            </a:r>
            <a:r>
              <a:rPr lang="en-US" dirty="0">
                <a:solidFill>
                  <a:schemeClr val="accent6"/>
                </a:solidFill>
              </a:rPr>
              <a:t>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	</a:t>
            </a:r>
            <a:r>
              <a:rPr lang="en-US" dirty="0" err="1">
                <a:solidFill>
                  <a:schemeClr val="accent6"/>
                </a:solidFill>
              </a:rPr>
              <a:t>read_html</a:t>
            </a:r>
            <a:r>
              <a:rPr lang="en-US" dirty="0">
                <a:solidFill>
                  <a:schemeClr val="accent6"/>
                </a:solidFill>
              </a:rPr>
              <a:t>()	</a:t>
            </a:r>
            <a:r>
              <a:rPr lang="en-US" dirty="0">
                <a:solidFill>
                  <a:schemeClr val="tx1"/>
                </a:solidFill>
              </a:rPr>
              <a:t> # converts it to an XML document that can be read in</a:t>
            </a: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8420A9-19AB-4943-A797-94A6E1DDF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75155"/>
            <a:ext cx="24596944" cy="195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71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FF00"/>
                </a:solidFill>
              </a:rPr>
              <a:t>html_nodes</a:t>
            </a:r>
            <a:r>
              <a:rPr lang="en-US" dirty="0">
                <a:solidFill>
                  <a:srgbClr val="FFFF00"/>
                </a:solidFill>
              </a:rPr>
              <a:t>() </a:t>
            </a:r>
            <a:r>
              <a:rPr lang="en-US" dirty="0">
                <a:solidFill>
                  <a:schemeClr val="tx2"/>
                </a:solidFill>
              </a:rPr>
              <a:t>to identify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1747760" cy="87026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birth_file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%&gt;% </a:t>
            </a:r>
            <a:r>
              <a:rPr lang="en-US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read_html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	</a:t>
            </a:r>
            <a:r>
              <a:rPr lang="en-US" dirty="0" err="1">
                <a:solidFill>
                  <a:schemeClr val="accent6"/>
                </a:solidFill>
              </a:rPr>
              <a:t>html_nodes</a:t>
            </a:r>
            <a:r>
              <a:rPr lang="en-US" dirty="0">
                <a:solidFill>
                  <a:schemeClr val="accent6"/>
                </a:solidFill>
              </a:rPr>
              <a:t>("table")            </a:t>
            </a:r>
            <a:r>
              <a:rPr lang="en-US" dirty="0">
                <a:solidFill>
                  <a:schemeClr val="tx1"/>
                </a:solidFill>
              </a:rPr>
              <a:t>finds the nodes that are tables</a:t>
            </a:r>
          </a:p>
          <a:p>
            <a:pPr marL="0" indent="0">
              <a:buNone/>
            </a:pPr>
            <a:endParaRPr lang="en-US" sz="32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birth_file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%&gt;% </a:t>
            </a:r>
            <a:r>
              <a:rPr lang="en-US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read_html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() %&gt;% </a:t>
            </a:r>
            <a:r>
              <a:rPr lang="en-US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html_nodes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("table")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	pluck(1)			</a:t>
            </a:r>
            <a:r>
              <a:rPr lang="en-US" dirty="0">
                <a:solidFill>
                  <a:schemeClr val="tx1"/>
                </a:solidFill>
              </a:rPr>
              <a:t>extracts first table 		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410" y="9065530"/>
            <a:ext cx="20644607" cy="46774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1440054" y="10450286"/>
            <a:ext cx="1056746" cy="41365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4288066" y="10450286"/>
            <a:ext cx="1626847" cy="41365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0192168" y="10036630"/>
            <a:ext cx="3059718" cy="53339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solidFill>
                <a:prstClr val="white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0A0F25-AC90-4BA0-8479-AA6F36017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0477" y="5610842"/>
            <a:ext cx="20777283" cy="116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86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FFFF00"/>
                </a:solidFill>
              </a:rPr>
              <a:t>html_table</a:t>
            </a:r>
            <a:r>
              <a:rPr lang="en-US" dirty="0">
                <a:solidFill>
                  <a:srgbClr val="FFFF00"/>
                </a:solidFill>
              </a:rPr>
              <a:t>() </a:t>
            </a:r>
            <a:r>
              <a:rPr lang="en-US" dirty="0">
                <a:solidFill>
                  <a:schemeClr val="tx2"/>
                </a:solidFill>
              </a:rPr>
              <a:t>to Convert to Data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1839200" cy="8702676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birth_file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%&gt;% </a:t>
            </a:r>
            <a:r>
              <a:rPr lang="en-US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read_html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() %&gt;% </a:t>
            </a:r>
            <a:r>
              <a:rPr lang="en-US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html_nodes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("table") %&gt;% pluck(1)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</a:t>
            </a:r>
            <a:r>
              <a:rPr lang="en-US" dirty="0" err="1">
                <a:solidFill>
                  <a:schemeClr val="accent6"/>
                </a:solidFill>
              </a:rPr>
              <a:t>html_table</a:t>
            </a:r>
            <a:r>
              <a:rPr lang="en-US" dirty="0">
                <a:solidFill>
                  <a:schemeClr val="accent6"/>
                </a:solidFill>
              </a:rPr>
              <a:t>()			</a:t>
            </a:r>
            <a:r>
              <a:rPr lang="en-US" dirty="0">
                <a:solidFill>
                  <a:schemeClr val="tx1"/>
                </a:solidFill>
              </a:rPr>
              <a:t>makes it into a </a:t>
            </a:r>
            <a:r>
              <a:rPr lang="en-US" dirty="0" err="1">
                <a:solidFill>
                  <a:schemeClr val="tx1"/>
                </a:solidFill>
              </a:rPr>
              <a:t>data.frame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202" y="6093130"/>
            <a:ext cx="10709596" cy="76228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949377" y="10946011"/>
            <a:ext cx="5105885" cy="27699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rgbClr val="97E9D5"/>
                </a:solidFill>
              </a:rPr>
              <a:t>Whew!</a:t>
            </a:r>
          </a:p>
          <a:p>
            <a:pPr algn="l"/>
            <a:r>
              <a:rPr lang="en-US" dirty="0">
                <a:solidFill>
                  <a:srgbClr val="97E9D5"/>
                </a:solidFill>
              </a:rPr>
              <a:t>A much more</a:t>
            </a:r>
          </a:p>
          <a:p>
            <a:pPr algn="l"/>
            <a:r>
              <a:rPr lang="en-US" dirty="0">
                <a:solidFill>
                  <a:srgbClr val="97E9D5"/>
                </a:solidFill>
              </a:rPr>
              <a:t>familiar format!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2319" y="10050661"/>
            <a:ext cx="204787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588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Summary - Read in SSA Birth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9999" y="3651250"/>
            <a:ext cx="21969829" cy="87026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birth_file</a:t>
            </a:r>
            <a:r>
              <a:rPr lang="en-US" dirty="0">
                <a:solidFill>
                  <a:schemeClr val="accent6"/>
                </a:solidFill>
              </a:rPr>
              <a:t> &lt;- "https://www.ssa.gov/oact/babynames/numberUSbirths.html"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birth_file</a:t>
            </a:r>
            <a:r>
              <a:rPr lang="en-US" dirty="0">
                <a:solidFill>
                  <a:schemeClr val="accent6"/>
                </a:solidFill>
              </a:rPr>
              <a:t>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	</a:t>
            </a:r>
            <a:r>
              <a:rPr lang="en-US" dirty="0" err="1">
                <a:solidFill>
                  <a:schemeClr val="accent6"/>
                </a:solidFill>
              </a:rPr>
              <a:t>read_html</a:t>
            </a:r>
            <a:r>
              <a:rPr lang="en-US" dirty="0">
                <a:solidFill>
                  <a:schemeClr val="accent6"/>
                </a:solidFill>
              </a:rPr>
              <a:t>() %&gt;% 			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# reads it in as HTML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	</a:t>
            </a:r>
            <a:r>
              <a:rPr lang="en-US" dirty="0" err="1">
                <a:solidFill>
                  <a:schemeClr val="accent6"/>
                </a:solidFill>
              </a:rPr>
              <a:t>html_nodes</a:t>
            </a:r>
            <a:r>
              <a:rPr lang="en-US" dirty="0">
                <a:solidFill>
                  <a:schemeClr val="accent6"/>
                </a:solidFill>
              </a:rPr>
              <a:t>("table") %&gt;% 	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# finds the table tags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	pluck(1) %&gt;% 			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# extracts first table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						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.[[1]] %&gt;% </a:t>
            </a:r>
            <a:r>
              <a:rPr lang="en-US" dirty="0">
                <a:solidFill>
                  <a:schemeClr val="accent6"/>
                </a:solidFill>
              </a:rPr>
              <a:t>	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# old code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	</a:t>
            </a:r>
            <a:r>
              <a:rPr lang="en-US" dirty="0" err="1">
                <a:solidFill>
                  <a:schemeClr val="accent6"/>
                </a:solidFill>
              </a:rPr>
              <a:t>html_table</a:t>
            </a:r>
            <a:r>
              <a:rPr lang="en-US" dirty="0">
                <a:solidFill>
                  <a:schemeClr val="accent6"/>
                </a:solidFill>
              </a:rPr>
              <a:t>() 			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# converts it to a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data.frame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						</a:t>
            </a:r>
            <a:r>
              <a:rPr lang="en-US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as_tibble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()</a:t>
            </a:r>
            <a:r>
              <a:rPr lang="en-US" dirty="0">
                <a:solidFill>
                  <a:schemeClr val="accent6"/>
                </a:solidFill>
              </a:rPr>
              <a:t>	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# old code</a:t>
            </a:r>
          </a:p>
        </p:txBody>
      </p:sp>
    </p:spTree>
    <p:extLst>
      <p:ext uri="{BB962C8B-B14F-4D97-AF65-F5344CB8AC3E}">
        <p14:creationId xmlns:p14="http://schemas.microsoft.com/office/powerpoint/2010/main" val="3756695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211" y="730251"/>
            <a:ext cx="22884063" cy="265112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</a:rPr>
              <a:t>Another example: Mapping State Population</a:t>
            </a:r>
            <a:endParaRPr lang="en-US" sz="6000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5400" dirty="0">
                <a:hlinkClick r:id="rId3"/>
              </a:rPr>
              <a:t>https://simple.wikipedia.org/wiki/List_of_U.S._states_by_population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C9A65E-4C1A-409F-A878-5C5F431F5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28746"/>
            <a:ext cx="24557758" cy="616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26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3676" y="390524"/>
            <a:ext cx="21031200" cy="2651126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Reading File into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6160" y="3041650"/>
            <a:ext cx="22296490" cy="106743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800" dirty="0" err="1">
                <a:solidFill>
                  <a:schemeClr val="accent6"/>
                </a:solidFill>
              </a:rPr>
              <a:t>statepop_file</a:t>
            </a:r>
            <a:r>
              <a:rPr lang="en-US" sz="4800" dirty="0">
                <a:solidFill>
                  <a:schemeClr val="accent6"/>
                </a:solidFill>
              </a:rPr>
              <a:t> &lt;- "https://simple.wikipedia.org/wiki/List_of_U.S._</a:t>
            </a:r>
            <a:r>
              <a:rPr lang="en-US" sz="4800" dirty="0" err="1">
                <a:solidFill>
                  <a:schemeClr val="accent6"/>
                </a:solidFill>
              </a:rPr>
              <a:t>states_by_population</a:t>
            </a:r>
            <a:r>
              <a:rPr lang="en-US" sz="4800" dirty="0">
                <a:solidFill>
                  <a:schemeClr val="accent6"/>
                </a:solidFill>
              </a:rPr>
              <a:t>"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statepop_file</a:t>
            </a:r>
            <a:r>
              <a:rPr lang="en-US" dirty="0">
                <a:solidFill>
                  <a:schemeClr val="accent6"/>
                </a:solidFill>
              </a:rPr>
              <a:t>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	</a:t>
            </a:r>
            <a:r>
              <a:rPr lang="en-US" dirty="0" err="1">
                <a:solidFill>
                  <a:schemeClr val="accent6"/>
                </a:solidFill>
              </a:rPr>
              <a:t>read_html</a:t>
            </a:r>
            <a:r>
              <a:rPr lang="en-US" dirty="0">
                <a:solidFill>
                  <a:schemeClr val="accent6"/>
                </a:solidFill>
              </a:rPr>
              <a:t>() %&gt;%  	</a:t>
            </a:r>
            <a:r>
              <a:rPr lang="en-US" dirty="0" err="1">
                <a:solidFill>
                  <a:schemeClr val="accent6"/>
                </a:solidFill>
              </a:rPr>
              <a:t>html_nodes</a:t>
            </a:r>
            <a:r>
              <a:rPr lang="en-US" dirty="0">
                <a:solidFill>
                  <a:schemeClr val="accent6"/>
                </a:solidFill>
              </a:rPr>
              <a:t>("table") %&gt;%  	pluck(1)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	</a:t>
            </a:r>
            <a:r>
              <a:rPr lang="en-US" dirty="0" err="1">
                <a:solidFill>
                  <a:schemeClr val="accent6"/>
                </a:solidFill>
              </a:rPr>
              <a:t>html_table</a:t>
            </a:r>
            <a:r>
              <a:rPr lang="en-US" dirty="0">
                <a:solidFill>
                  <a:schemeClr val="accent6"/>
                </a:solidFill>
              </a:rPr>
              <a:t>() %&gt;%   	names()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statepop</a:t>
            </a:r>
            <a:r>
              <a:rPr lang="en-US" dirty="0">
                <a:solidFill>
                  <a:schemeClr val="accent6"/>
                </a:solidFill>
              </a:rPr>
              <a:t> &lt;- </a:t>
            </a:r>
            <a:r>
              <a:rPr lang="en-US" dirty="0" err="1">
                <a:solidFill>
                  <a:schemeClr val="accent6"/>
                </a:solidFill>
              </a:rPr>
              <a:t>statepop_file</a:t>
            </a:r>
            <a:r>
              <a:rPr lang="en-US" dirty="0">
                <a:solidFill>
                  <a:schemeClr val="accent6"/>
                </a:solidFill>
              </a:rPr>
              <a:t>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	</a:t>
            </a:r>
            <a:r>
              <a:rPr lang="en-US" dirty="0" err="1">
                <a:solidFill>
                  <a:schemeClr val="accent6"/>
                </a:solidFill>
              </a:rPr>
              <a:t>read_html</a:t>
            </a:r>
            <a:r>
              <a:rPr lang="en-US" dirty="0">
                <a:solidFill>
                  <a:schemeClr val="accent6"/>
                </a:solidFill>
              </a:rPr>
              <a:t>()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	</a:t>
            </a:r>
            <a:r>
              <a:rPr lang="en-US" dirty="0" err="1">
                <a:solidFill>
                  <a:schemeClr val="accent6"/>
                </a:solidFill>
              </a:rPr>
              <a:t>html_nodes</a:t>
            </a:r>
            <a:r>
              <a:rPr lang="en-US" dirty="0">
                <a:solidFill>
                  <a:schemeClr val="accent6"/>
                </a:solidFill>
              </a:rPr>
              <a:t>("table") %&gt;%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	pluck(1)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	</a:t>
            </a:r>
            <a:r>
              <a:rPr lang="en-US" dirty="0" err="1">
                <a:solidFill>
                  <a:schemeClr val="accent6"/>
                </a:solidFill>
              </a:rPr>
              <a:t>html_table</a:t>
            </a:r>
            <a:r>
              <a:rPr lang="en-US" dirty="0">
                <a:solidFill>
                  <a:schemeClr val="accent6"/>
                </a:solidFill>
              </a:rPr>
              <a:t>() %&gt;%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	select(3,4,8) 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names(</a:t>
            </a:r>
            <a:r>
              <a:rPr lang="en-US" dirty="0" err="1">
                <a:solidFill>
                  <a:schemeClr val="accent6"/>
                </a:solidFill>
              </a:rPr>
              <a:t>statepop</a:t>
            </a:r>
            <a:r>
              <a:rPr lang="en-US" dirty="0">
                <a:solidFill>
                  <a:schemeClr val="accent6"/>
                </a:solidFill>
              </a:rPr>
              <a:t>) &lt;- c("state","pop_2019", "</a:t>
            </a:r>
            <a:r>
              <a:rPr lang="en-US" dirty="0" err="1">
                <a:solidFill>
                  <a:schemeClr val="accent6"/>
                </a:solidFill>
              </a:rPr>
              <a:t>pop_per_electoral_vote</a:t>
            </a:r>
            <a:r>
              <a:rPr lang="en-US" dirty="0">
                <a:solidFill>
                  <a:schemeClr val="accent6"/>
                </a:solidFill>
              </a:rPr>
              <a:t>")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656F34-A4B8-48BE-8582-62E1A48C4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1159" y="6364224"/>
            <a:ext cx="13192841" cy="451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54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93F8E-6CE9-4496-91F0-493159561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Making the Population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4EC74-0B79-4B44-A484-1BD9D9543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5400" dirty="0">
                <a:solidFill>
                  <a:schemeClr val="accent6"/>
                </a:solidFill>
              </a:rPr>
              <a:t>library(maps)</a:t>
            </a:r>
          </a:p>
          <a:p>
            <a:pPr marL="0" indent="0">
              <a:buNone/>
            </a:pPr>
            <a:r>
              <a:rPr lang="en-US" sz="5400" dirty="0">
                <a:solidFill>
                  <a:schemeClr val="accent6"/>
                </a:solidFill>
              </a:rPr>
              <a:t>states &lt;- </a:t>
            </a:r>
            <a:r>
              <a:rPr lang="en-US" sz="5400" dirty="0" err="1">
                <a:solidFill>
                  <a:schemeClr val="accent6"/>
                </a:solidFill>
              </a:rPr>
              <a:t>map_data</a:t>
            </a:r>
            <a:r>
              <a:rPr lang="en-US" sz="5400" dirty="0">
                <a:solidFill>
                  <a:schemeClr val="accent6"/>
                </a:solidFill>
              </a:rPr>
              <a:t>(“states”)</a:t>
            </a:r>
          </a:p>
          <a:p>
            <a:pPr marL="0" indent="0">
              <a:buNone/>
            </a:pPr>
            <a:r>
              <a:rPr lang="en-US" sz="5400" dirty="0" err="1">
                <a:solidFill>
                  <a:schemeClr val="accent6"/>
                </a:solidFill>
              </a:rPr>
              <a:t>statepop</a:t>
            </a:r>
            <a:r>
              <a:rPr lang="en-US" sz="5400" dirty="0">
                <a:solidFill>
                  <a:schemeClr val="accent6"/>
                </a:solidFill>
              </a:rPr>
              <a:t> %&gt;% </a:t>
            </a:r>
          </a:p>
          <a:p>
            <a:pPr marL="0" indent="0">
              <a:buNone/>
            </a:pPr>
            <a:r>
              <a:rPr lang="en-US" sz="5400" dirty="0">
                <a:solidFill>
                  <a:schemeClr val="accent6"/>
                </a:solidFill>
              </a:rPr>
              <a:t>   mutate(state = </a:t>
            </a:r>
            <a:r>
              <a:rPr lang="en-US" sz="5400" dirty="0" err="1">
                <a:solidFill>
                  <a:schemeClr val="accent6"/>
                </a:solidFill>
              </a:rPr>
              <a:t>str_to_lower</a:t>
            </a:r>
            <a:r>
              <a:rPr lang="en-US" sz="5400" dirty="0">
                <a:solidFill>
                  <a:schemeClr val="accent6"/>
                </a:solidFill>
              </a:rPr>
              <a:t>(state)) %&gt;% </a:t>
            </a:r>
          </a:p>
          <a:p>
            <a:pPr marL="0" indent="0">
              <a:buNone/>
            </a:pPr>
            <a:r>
              <a:rPr lang="en-US" sz="5400" dirty="0">
                <a:solidFill>
                  <a:schemeClr val="accent6"/>
                </a:solidFill>
              </a:rPr>
              <a:t>   </a:t>
            </a:r>
            <a:r>
              <a:rPr lang="en-US" sz="5400" dirty="0" err="1">
                <a:solidFill>
                  <a:schemeClr val="accent6"/>
                </a:solidFill>
              </a:rPr>
              <a:t>right_join</a:t>
            </a:r>
            <a:r>
              <a:rPr lang="en-US" sz="5400" dirty="0">
                <a:solidFill>
                  <a:schemeClr val="accent6"/>
                </a:solidFill>
              </a:rPr>
              <a:t>(</a:t>
            </a:r>
            <a:r>
              <a:rPr lang="en-US" sz="5400" dirty="0" err="1">
                <a:solidFill>
                  <a:schemeClr val="accent6"/>
                </a:solidFill>
              </a:rPr>
              <a:t>states,by</a:t>
            </a:r>
            <a:r>
              <a:rPr lang="en-US" sz="5400" dirty="0">
                <a:solidFill>
                  <a:schemeClr val="accent6"/>
                </a:solidFill>
              </a:rPr>
              <a:t>=c("state"="region")) %&gt;% </a:t>
            </a:r>
          </a:p>
          <a:p>
            <a:pPr marL="0" indent="0">
              <a:buNone/>
            </a:pPr>
            <a:r>
              <a:rPr lang="en-US" sz="5400" dirty="0">
                <a:solidFill>
                  <a:schemeClr val="accent6"/>
                </a:solidFill>
              </a:rPr>
              <a:t>   mutate(pop = </a:t>
            </a:r>
            <a:r>
              <a:rPr lang="en-US" sz="5400" dirty="0" err="1">
                <a:solidFill>
                  <a:schemeClr val="accent6"/>
                </a:solidFill>
              </a:rPr>
              <a:t>as.numeric</a:t>
            </a:r>
            <a:r>
              <a:rPr lang="en-US" sz="5400" dirty="0">
                <a:solidFill>
                  <a:schemeClr val="accent6"/>
                </a:solidFill>
              </a:rPr>
              <a:t>(</a:t>
            </a:r>
            <a:r>
              <a:rPr lang="en-US" sz="5400" dirty="0" err="1">
                <a:solidFill>
                  <a:schemeClr val="accent6"/>
                </a:solidFill>
              </a:rPr>
              <a:t>str_remove_all</a:t>
            </a:r>
            <a:r>
              <a:rPr lang="en-US" sz="5400" dirty="0">
                <a:solidFill>
                  <a:schemeClr val="accent6"/>
                </a:solidFill>
              </a:rPr>
              <a:t>(pop_2019,",")),</a:t>
            </a:r>
          </a:p>
          <a:p>
            <a:pPr marL="0" indent="0">
              <a:buNone/>
            </a:pPr>
            <a:r>
              <a:rPr lang="en-US" sz="5400" dirty="0">
                <a:solidFill>
                  <a:schemeClr val="accent6"/>
                </a:solidFill>
              </a:rPr>
              <a:t>          </a:t>
            </a:r>
            <a:r>
              <a:rPr lang="en-US" sz="5400" dirty="0" err="1">
                <a:solidFill>
                  <a:schemeClr val="accent6"/>
                </a:solidFill>
              </a:rPr>
              <a:t>pop_mil</a:t>
            </a:r>
            <a:r>
              <a:rPr lang="en-US" sz="5400" dirty="0">
                <a:solidFill>
                  <a:schemeClr val="accent6"/>
                </a:solidFill>
              </a:rPr>
              <a:t> = round(pop / 1000000,1)) %&gt;% </a:t>
            </a:r>
          </a:p>
          <a:p>
            <a:pPr marL="0" indent="0">
              <a:buNone/>
            </a:pPr>
            <a:r>
              <a:rPr lang="en-US" sz="5400" dirty="0">
                <a:solidFill>
                  <a:schemeClr val="accent6"/>
                </a:solidFill>
              </a:rPr>
              <a:t>   </a:t>
            </a:r>
            <a:r>
              <a:rPr lang="en-US" sz="5400" dirty="0" err="1">
                <a:solidFill>
                  <a:schemeClr val="accent6"/>
                </a:solidFill>
              </a:rPr>
              <a:t>ggplot</a:t>
            </a:r>
            <a:r>
              <a:rPr lang="en-US" sz="5400" dirty="0">
                <a:solidFill>
                  <a:schemeClr val="accent6"/>
                </a:solidFill>
              </a:rPr>
              <a:t>() + </a:t>
            </a:r>
          </a:p>
          <a:p>
            <a:pPr marL="0" indent="0">
              <a:buNone/>
            </a:pPr>
            <a:r>
              <a:rPr lang="en-US" sz="5400" dirty="0">
                <a:solidFill>
                  <a:schemeClr val="accent6"/>
                </a:solidFill>
              </a:rPr>
              <a:t>   </a:t>
            </a:r>
            <a:r>
              <a:rPr lang="en-US" sz="5400" dirty="0" err="1">
                <a:solidFill>
                  <a:schemeClr val="accent6"/>
                </a:solidFill>
              </a:rPr>
              <a:t>geom_polygon</a:t>
            </a:r>
            <a:r>
              <a:rPr lang="en-US" sz="5400" dirty="0">
                <a:solidFill>
                  <a:schemeClr val="accent6"/>
                </a:solidFill>
              </a:rPr>
              <a:t>(</a:t>
            </a:r>
            <a:r>
              <a:rPr lang="en-US" sz="5400" dirty="0" err="1">
                <a:solidFill>
                  <a:schemeClr val="accent6"/>
                </a:solidFill>
              </a:rPr>
              <a:t>aes</a:t>
            </a:r>
            <a:r>
              <a:rPr lang="en-US" sz="5400" dirty="0">
                <a:solidFill>
                  <a:schemeClr val="accent6"/>
                </a:solidFill>
              </a:rPr>
              <a:t>(</a:t>
            </a:r>
            <a:r>
              <a:rPr lang="en-US" sz="5400" dirty="0" err="1">
                <a:solidFill>
                  <a:schemeClr val="accent6"/>
                </a:solidFill>
              </a:rPr>
              <a:t>long,lat,fill</a:t>
            </a:r>
            <a:r>
              <a:rPr lang="en-US" sz="5400" dirty="0">
                <a:solidFill>
                  <a:schemeClr val="accent6"/>
                </a:solidFill>
              </a:rPr>
              <a:t>=</a:t>
            </a:r>
            <a:r>
              <a:rPr lang="en-US" sz="5400" dirty="0" err="1">
                <a:solidFill>
                  <a:schemeClr val="accent6"/>
                </a:solidFill>
              </a:rPr>
              <a:t>pop_mil</a:t>
            </a:r>
            <a:r>
              <a:rPr lang="en-US" sz="5400" dirty="0">
                <a:solidFill>
                  <a:schemeClr val="accent6"/>
                </a:solidFill>
              </a:rPr>
              <a:t>,</a:t>
            </a:r>
          </a:p>
          <a:p>
            <a:pPr marL="0" indent="0">
              <a:buNone/>
            </a:pPr>
            <a:r>
              <a:rPr lang="en-US" sz="5400" dirty="0">
                <a:solidFill>
                  <a:schemeClr val="accent6"/>
                </a:solidFill>
              </a:rPr>
              <a:t>	group=state))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17AC2A-5D36-43ED-8A20-473149CFC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0040" y="8801099"/>
            <a:ext cx="7963960" cy="491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65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AC46C-B102-4E11-AA77-C9A0B8FD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 – 12/10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BFFBC-AF9B-4023-B35D-61C0DCDA2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0000" y="3651250"/>
            <a:ext cx="21940800" cy="990219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Review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Combining Data – </a:t>
            </a:r>
            <a:r>
              <a:rPr lang="en-US" dirty="0" err="1">
                <a:solidFill>
                  <a:srgbClr val="FFC000"/>
                </a:solidFill>
              </a:rPr>
              <a:t>bind_rows</a:t>
            </a:r>
            <a:r>
              <a:rPr lang="en-US" dirty="0"/>
              <a:t> and </a:t>
            </a:r>
            <a:r>
              <a:rPr lang="en-US" dirty="0">
                <a:solidFill>
                  <a:srgbClr val="FFC000"/>
                </a:solidFill>
              </a:rPr>
              <a:t>join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Scraping Data – </a:t>
            </a:r>
            <a:r>
              <a:rPr lang="en-US" dirty="0">
                <a:solidFill>
                  <a:schemeClr val="accent6"/>
                </a:solidFill>
              </a:rPr>
              <a:t>URL %&gt;% </a:t>
            </a:r>
            <a:r>
              <a:rPr lang="en-US" dirty="0" err="1">
                <a:solidFill>
                  <a:schemeClr val="accent6"/>
                </a:solidFill>
              </a:rPr>
              <a:t>read_html</a:t>
            </a:r>
            <a:r>
              <a:rPr lang="en-US" dirty="0">
                <a:solidFill>
                  <a:schemeClr val="accent6"/>
                </a:solidFill>
              </a:rPr>
              <a:t>() %&gt;% </a:t>
            </a:r>
            <a:r>
              <a:rPr lang="en-US" dirty="0" err="1">
                <a:solidFill>
                  <a:schemeClr val="accent6"/>
                </a:solidFill>
              </a:rPr>
              <a:t>html_nodes</a:t>
            </a:r>
            <a:r>
              <a:rPr lang="en-US" dirty="0">
                <a:solidFill>
                  <a:schemeClr val="accent6"/>
                </a:solidFill>
              </a:rPr>
              <a:t>("table") %&gt;% </a:t>
            </a:r>
          </a:p>
          <a:p>
            <a:pPr marL="914400" lvl="1" indent="0">
              <a:buNone/>
            </a:pPr>
            <a:r>
              <a:rPr lang="en-US" dirty="0">
                <a:solidFill>
                  <a:schemeClr val="accent6"/>
                </a:solidFill>
              </a:rPr>
              <a:t>	pluck(?) %&gt;% </a:t>
            </a:r>
            <a:r>
              <a:rPr lang="en-US" dirty="0" err="1">
                <a:solidFill>
                  <a:schemeClr val="accent6"/>
                </a:solidFill>
              </a:rPr>
              <a:t>html_table</a:t>
            </a:r>
            <a:r>
              <a:rPr lang="en-US" dirty="0">
                <a:solidFill>
                  <a:schemeClr val="accent6"/>
                </a:solidFill>
              </a:rPr>
              <a:t>()</a:t>
            </a:r>
          </a:p>
          <a:p>
            <a:r>
              <a:rPr lang="en-US" dirty="0">
                <a:solidFill>
                  <a:srgbClr val="FFFF00"/>
                </a:solidFill>
              </a:rPr>
              <a:t>Today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CATS and Review HW#5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Finish Scraping Data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Tidy Data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Working with Strings?</a:t>
            </a:r>
          </a:p>
          <a:p>
            <a:r>
              <a:rPr lang="en-US" dirty="0">
                <a:solidFill>
                  <a:srgbClr val="FFFF00"/>
                </a:solidFill>
              </a:rPr>
              <a:t>Upcoming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12/17 (optional) – </a:t>
            </a:r>
            <a:r>
              <a:rPr lang="en-US" dirty="0">
                <a:solidFill>
                  <a:srgbClr val="00B0F0"/>
                </a:solidFill>
              </a:rPr>
              <a:t>RDW Project Due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, Working with Strings, Ethics, Simulation/Bootstrap, Parting thoughts</a:t>
            </a:r>
          </a:p>
        </p:txBody>
      </p:sp>
    </p:spTree>
    <p:extLst>
      <p:ext uri="{BB962C8B-B14F-4D97-AF65-F5344CB8AC3E}">
        <p14:creationId xmlns:p14="http://schemas.microsoft.com/office/powerpoint/2010/main" val="2422216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Exercise - 2019 PSSA Data from PDE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592286"/>
            <a:ext cx="22144000" cy="1012371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PDE = Pennsylvania Department of Education.  Their website is at </a:t>
            </a:r>
            <a:r>
              <a:rPr lang="en-US" dirty="0">
                <a:hlinkClick r:id="rId3"/>
              </a:rPr>
              <a:t>www.education.pa.gov</a:t>
            </a:r>
            <a:endParaRPr lang="en-US" dirty="0"/>
          </a:p>
          <a:p>
            <a:r>
              <a:rPr lang="en-US" dirty="0"/>
              <a:t>PSSA is  the Pennsylvania System of School Assessment</a:t>
            </a:r>
          </a:p>
          <a:p>
            <a:pPr lvl="1"/>
            <a:r>
              <a:rPr lang="en-US" dirty="0"/>
              <a:t>Measures student achievement “according to Pennsylvania's world-class academic standards”</a:t>
            </a:r>
          </a:p>
          <a:p>
            <a:pPr lvl="1"/>
            <a:r>
              <a:rPr lang="en-US" dirty="0"/>
              <a:t>“By using these standards, educators, parents and administrators can evaluate their students' strengths and weaknesses to increase students' achievement scores”</a:t>
            </a:r>
          </a:p>
          <a:p>
            <a:pPr lvl="1"/>
            <a:r>
              <a:rPr lang="en-US" dirty="0"/>
              <a:t>Subjects - reading, mathematics, science &amp; writing</a:t>
            </a:r>
          </a:p>
          <a:p>
            <a:pPr lvl="1"/>
            <a:r>
              <a:rPr lang="en-US" dirty="0"/>
              <a:t>Scored as “Below Basic”, “Basic”, “Proficient” or “Advanced” (sometimes the latter two categories are combined)</a:t>
            </a:r>
          </a:p>
          <a:p>
            <a:r>
              <a:rPr lang="en-US" dirty="0"/>
              <a:t>Replaced by the Keystone exams which are required for graduation</a:t>
            </a:r>
          </a:p>
          <a:p>
            <a:r>
              <a:rPr lang="en-US" dirty="0"/>
              <a:t>…or maybe not!</a:t>
            </a:r>
          </a:p>
        </p:txBody>
      </p:sp>
    </p:spTree>
    <p:extLst>
      <p:ext uri="{BB962C8B-B14F-4D97-AF65-F5344CB8AC3E}">
        <p14:creationId xmlns:p14="http://schemas.microsoft.com/office/powerpoint/2010/main" val="213359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794473" y="12623799"/>
            <a:ext cx="208105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hlinkClick r:id="rId3"/>
              </a:rPr>
              <a:t>https://www.education.pa.gov/DataAndReporting/Assessments/Pages/PSSA-Results.aspx</a:t>
            </a:r>
            <a:endParaRPr lang="en-US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1A241F-8E78-4422-AE6C-1096BEE5A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080" y="-59273"/>
            <a:ext cx="16865600" cy="1254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9252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PSSA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2144000" cy="1006475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library(</a:t>
            </a:r>
            <a:r>
              <a:rPr lang="en-US" dirty="0" err="1">
                <a:solidFill>
                  <a:schemeClr val="accent6"/>
                </a:solidFill>
              </a:rPr>
              <a:t>rvest</a:t>
            </a:r>
            <a:r>
              <a:rPr lang="en-US" dirty="0">
                <a:solidFill>
                  <a:schemeClr val="accent6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6"/>
                </a:solidFill>
              </a:rPr>
              <a:t>pssa_2019_url &lt;- 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6"/>
                </a:solidFill>
              </a:rPr>
              <a:t>	"https://www.education.pa.gov/DataAndReporting/Assessments/Pages/PSSA-Results.aspx"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Sys.time</a:t>
            </a:r>
            <a:r>
              <a:rPr lang="en-US" dirty="0">
                <a:solidFill>
                  <a:schemeClr val="accent6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download.file</a:t>
            </a:r>
            <a:r>
              <a:rPr lang="en-US" dirty="0">
                <a:solidFill>
                  <a:schemeClr val="accent6"/>
                </a:solidFill>
              </a:rPr>
              <a:t>(pssa_2019_url,"pssa_2019.html")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pssa_2019_file &lt;- "pssa_2019.html"</a:t>
            </a:r>
          </a:p>
        </p:txBody>
      </p:sp>
    </p:spTree>
    <p:extLst>
      <p:ext uri="{BB962C8B-B14F-4D97-AF65-F5344CB8AC3E}">
        <p14:creationId xmlns:p14="http://schemas.microsoft.com/office/powerpoint/2010/main" val="701971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PSSA - ELA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1869680" cy="9759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pssa_2019_file %&gt;% 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</a:t>
            </a:r>
            <a:r>
              <a:rPr lang="en-US" dirty="0" err="1">
                <a:solidFill>
                  <a:schemeClr val="accent6"/>
                </a:solidFill>
              </a:rPr>
              <a:t>read_html</a:t>
            </a:r>
            <a:r>
              <a:rPr lang="en-US" dirty="0">
                <a:solidFill>
                  <a:schemeClr val="accent6"/>
                </a:solidFill>
              </a:rPr>
              <a:t>() %&gt;% 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</a:t>
            </a:r>
            <a:r>
              <a:rPr lang="en-US" dirty="0" err="1">
                <a:solidFill>
                  <a:schemeClr val="accent6"/>
                </a:solidFill>
              </a:rPr>
              <a:t>html_nodes</a:t>
            </a:r>
            <a:r>
              <a:rPr lang="en-US" dirty="0">
                <a:solidFill>
                  <a:schemeClr val="accent6"/>
                </a:solidFill>
              </a:rPr>
              <a:t>("table") %&gt;% 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pluck(1) %&gt;%   				# ELA is the first table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</a:t>
            </a:r>
            <a:r>
              <a:rPr lang="en-US" dirty="0" err="1">
                <a:solidFill>
                  <a:schemeClr val="accent6"/>
                </a:solidFill>
              </a:rPr>
              <a:t>html_table</a:t>
            </a:r>
            <a:r>
              <a:rPr lang="en-US" dirty="0">
                <a:solidFill>
                  <a:schemeClr val="accent6"/>
                </a:solidFill>
              </a:rPr>
              <a:t>() -&gt; </a:t>
            </a:r>
            <a:r>
              <a:rPr lang="en-US" dirty="0" err="1">
                <a:solidFill>
                  <a:schemeClr val="accent6"/>
                </a:solidFill>
              </a:rPr>
              <a:t>pssa_ela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7C2784-D023-41F4-848C-7C565D86D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824" y="8952993"/>
            <a:ext cx="20862032" cy="403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74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PSSA - Correcting ELA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49"/>
            <a:ext cx="21904514" cy="10064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names(pssa_ela0) &lt;- c("</a:t>
            </a:r>
            <a:r>
              <a:rPr lang="en-US" dirty="0" err="1">
                <a:solidFill>
                  <a:schemeClr val="accent6"/>
                </a:solidFill>
              </a:rPr>
              <a:t>grade","tot","bb","b","p","a","ap</a:t>
            </a:r>
            <a:r>
              <a:rPr lang="en-US" dirty="0">
                <a:solidFill>
                  <a:schemeClr val="accent6"/>
                </a:solidFill>
              </a:rPr>
              <a:t>")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pssa_ela</a:t>
            </a:r>
            <a:r>
              <a:rPr lang="en-US" dirty="0">
                <a:solidFill>
                  <a:schemeClr val="accent6"/>
                </a:solidFill>
              </a:rPr>
              <a:t> &lt;- pssa_ela0 %&gt;%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mutate(grade = </a:t>
            </a:r>
            <a:r>
              <a:rPr lang="en-US" dirty="0" err="1">
                <a:solidFill>
                  <a:schemeClr val="accent6"/>
                </a:solidFill>
              </a:rPr>
              <a:t>str_sub</a:t>
            </a:r>
            <a:r>
              <a:rPr lang="en-US" dirty="0">
                <a:solidFill>
                  <a:schemeClr val="accent6"/>
                </a:solidFill>
              </a:rPr>
              <a:t>(grade,-1)) %&gt;%   </a:t>
            </a:r>
            <a:r>
              <a:rPr lang="en-US" dirty="0">
                <a:solidFill>
                  <a:srgbClr val="FFFF00"/>
                </a:solidFill>
              </a:rPr>
              <a:t># strip off the last character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filter(grade != "l")  # remove the totals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215B3B-8E28-4496-85F7-B1C5A1074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22081"/>
            <a:ext cx="24868923" cy="469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8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F0C3A-4699-4956-A4C5-07FBFB95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PSSA - Combining 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5960B-DF55-4E1C-8C1E-F738A30A6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0000" y="3651250"/>
            <a:ext cx="22144000" cy="10064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pssa_2019_file %&gt;%   </a:t>
            </a:r>
            <a:r>
              <a:rPr lang="en-US" dirty="0" err="1">
                <a:solidFill>
                  <a:schemeClr val="accent6"/>
                </a:solidFill>
              </a:rPr>
              <a:t>read_html</a:t>
            </a:r>
            <a:r>
              <a:rPr lang="en-US" dirty="0">
                <a:solidFill>
                  <a:schemeClr val="accent6"/>
                </a:solidFill>
              </a:rPr>
              <a:t>() %&gt;%   </a:t>
            </a:r>
            <a:r>
              <a:rPr lang="en-US" dirty="0" err="1">
                <a:solidFill>
                  <a:schemeClr val="accent6"/>
                </a:solidFill>
              </a:rPr>
              <a:t>html_nodes</a:t>
            </a:r>
            <a:r>
              <a:rPr lang="en-US" dirty="0">
                <a:solidFill>
                  <a:schemeClr val="accent6"/>
                </a:solidFill>
              </a:rPr>
              <a:t>("table")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</a:t>
            </a:r>
            <a:r>
              <a:rPr lang="en-US" dirty="0">
                <a:solidFill>
                  <a:schemeClr val="accent5"/>
                </a:solidFill>
              </a:rPr>
              <a:t>pluck(1) </a:t>
            </a:r>
            <a:r>
              <a:rPr lang="en-US" dirty="0">
                <a:solidFill>
                  <a:schemeClr val="accent6"/>
                </a:solidFill>
              </a:rPr>
              <a:t>%&gt;%   </a:t>
            </a:r>
            <a:r>
              <a:rPr lang="en-US" dirty="0" err="1">
                <a:solidFill>
                  <a:schemeClr val="accent6"/>
                </a:solidFill>
              </a:rPr>
              <a:t>html_table</a:t>
            </a:r>
            <a:r>
              <a:rPr lang="en-US" dirty="0">
                <a:solidFill>
                  <a:schemeClr val="accent6"/>
                </a:solidFill>
              </a:rPr>
              <a:t>() %&gt;%  </a:t>
            </a:r>
            <a:r>
              <a:rPr lang="en-US" dirty="0" err="1">
                <a:solidFill>
                  <a:schemeClr val="accent6"/>
                </a:solidFill>
              </a:rPr>
              <a:t>as_tibble</a:t>
            </a:r>
            <a:r>
              <a:rPr lang="en-US" dirty="0">
                <a:solidFill>
                  <a:schemeClr val="accent6"/>
                </a:solidFill>
              </a:rPr>
              <a:t>() -&gt; pssa_</a:t>
            </a:r>
            <a:r>
              <a:rPr lang="en-US" dirty="0">
                <a:solidFill>
                  <a:schemeClr val="accent5"/>
                </a:solidFill>
              </a:rPr>
              <a:t>ela0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names(pssa_</a:t>
            </a:r>
            <a:r>
              <a:rPr lang="en-US" dirty="0">
                <a:solidFill>
                  <a:schemeClr val="accent5"/>
                </a:solidFill>
              </a:rPr>
              <a:t>ela0</a:t>
            </a:r>
            <a:r>
              <a:rPr lang="en-US" dirty="0">
                <a:solidFill>
                  <a:schemeClr val="accent6"/>
                </a:solidFill>
              </a:rPr>
              <a:t>) &lt;- c("grade","</a:t>
            </a:r>
            <a:r>
              <a:rPr lang="en-US" dirty="0" err="1">
                <a:solidFill>
                  <a:schemeClr val="accent6"/>
                </a:solidFill>
              </a:rPr>
              <a:t>totnum</a:t>
            </a:r>
            <a:r>
              <a:rPr lang="en-US" dirty="0">
                <a:solidFill>
                  <a:schemeClr val="accent6"/>
                </a:solidFill>
              </a:rPr>
              <a:t>","</a:t>
            </a:r>
            <a:r>
              <a:rPr lang="en-US" dirty="0" err="1">
                <a:solidFill>
                  <a:schemeClr val="accent6"/>
                </a:solidFill>
              </a:rPr>
              <a:t>bb","b","p","a","ap</a:t>
            </a:r>
            <a:r>
              <a:rPr lang="en-US" dirty="0">
                <a:solidFill>
                  <a:schemeClr val="accent6"/>
                </a:solidFill>
              </a:rPr>
              <a:t>")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pssa_2019_file %&gt;%   </a:t>
            </a:r>
            <a:r>
              <a:rPr lang="en-US" dirty="0" err="1">
                <a:solidFill>
                  <a:schemeClr val="accent6"/>
                </a:solidFill>
              </a:rPr>
              <a:t>read_html</a:t>
            </a:r>
            <a:r>
              <a:rPr lang="en-US" dirty="0">
                <a:solidFill>
                  <a:schemeClr val="accent6"/>
                </a:solidFill>
              </a:rPr>
              <a:t>() %&gt;%   </a:t>
            </a:r>
            <a:r>
              <a:rPr lang="en-US" dirty="0" err="1">
                <a:solidFill>
                  <a:schemeClr val="accent6"/>
                </a:solidFill>
              </a:rPr>
              <a:t>html_nodes</a:t>
            </a:r>
            <a:r>
              <a:rPr lang="en-US" dirty="0">
                <a:solidFill>
                  <a:schemeClr val="accent6"/>
                </a:solidFill>
              </a:rPr>
              <a:t>("table")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</a:t>
            </a:r>
            <a:r>
              <a:rPr lang="en-US" dirty="0">
                <a:solidFill>
                  <a:schemeClr val="accent5"/>
                </a:solidFill>
              </a:rPr>
              <a:t> pluck(2) </a:t>
            </a:r>
            <a:r>
              <a:rPr lang="en-US" dirty="0">
                <a:solidFill>
                  <a:schemeClr val="accent6"/>
                </a:solidFill>
              </a:rPr>
              <a:t>%&gt;%   </a:t>
            </a:r>
            <a:r>
              <a:rPr lang="en-US" dirty="0" err="1">
                <a:solidFill>
                  <a:schemeClr val="accent6"/>
                </a:solidFill>
              </a:rPr>
              <a:t>html_table</a:t>
            </a:r>
            <a:r>
              <a:rPr lang="en-US" dirty="0">
                <a:solidFill>
                  <a:schemeClr val="accent6"/>
                </a:solidFill>
              </a:rPr>
              <a:t>() %&gt;% </a:t>
            </a:r>
            <a:r>
              <a:rPr lang="en-US" dirty="0" err="1">
                <a:solidFill>
                  <a:schemeClr val="accent6"/>
                </a:solidFill>
              </a:rPr>
              <a:t>as_tibble</a:t>
            </a:r>
            <a:r>
              <a:rPr lang="en-US" dirty="0">
                <a:solidFill>
                  <a:schemeClr val="accent6"/>
                </a:solidFill>
              </a:rPr>
              <a:t>() -&gt; pssa_</a:t>
            </a:r>
            <a:r>
              <a:rPr lang="en-US" dirty="0">
                <a:solidFill>
                  <a:schemeClr val="accent5"/>
                </a:solidFill>
              </a:rPr>
              <a:t>math0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names(pssa_</a:t>
            </a:r>
            <a:r>
              <a:rPr lang="en-US" dirty="0">
                <a:solidFill>
                  <a:schemeClr val="accent5"/>
                </a:solidFill>
              </a:rPr>
              <a:t>math0</a:t>
            </a:r>
            <a:r>
              <a:rPr lang="en-US" dirty="0">
                <a:solidFill>
                  <a:schemeClr val="accent6"/>
                </a:solidFill>
              </a:rPr>
              <a:t>) &lt;- c("grade","</a:t>
            </a:r>
            <a:r>
              <a:rPr lang="en-US" dirty="0" err="1">
                <a:solidFill>
                  <a:schemeClr val="accent6"/>
                </a:solidFill>
              </a:rPr>
              <a:t>totnum</a:t>
            </a:r>
            <a:r>
              <a:rPr lang="en-US" dirty="0">
                <a:solidFill>
                  <a:schemeClr val="accent6"/>
                </a:solidFill>
              </a:rPr>
              <a:t>","</a:t>
            </a:r>
            <a:r>
              <a:rPr lang="en-US" dirty="0" err="1">
                <a:solidFill>
                  <a:schemeClr val="accent6"/>
                </a:solidFill>
              </a:rPr>
              <a:t>bb","b","p","a","ap</a:t>
            </a:r>
            <a:r>
              <a:rPr lang="en-US" dirty="0">
                <a:solidFill>
                  <a:schemeClr val="accent6"/>
                </a:solidFill>
              </a:rPr>
              <a:t>")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pssa_2019_file %&gt;%   </a:t>
            </a:r>
            <a:r>
              <a:rPr lang="en-US" dirty="0" err="1">
                <a:solidFill>
                  <a:schemeClr val="accent6"/>
                </a:solidFill>
              </a:rPr>
              <a:t>read_html</a:t>
            </a:r>
            <a:r>
              <a:rPr lang="en-US" dirty="0">
                <a:solidFill>
                  <a:schemeClr val="accent6"/>
                </a:solidFill>
              </a:rPr>
              <a:t>() %&gt;%   </a:t>
            </a:r>
            <a:r>
              <a:rPr lang="en-US" dirty="0" err="1">
                <a:solidFill>
                  <a:schemeClr val="accent6"/>
                </a:solidFill>
              </a:rPr>
              <a:t>html_nodes</a:t>
            </a:r>
            <a:r>
              <a:rPr lang="en-US" dirty="0">
                <a:solidFill>
                  <a:schemeClr val="accent6"/>
                </a:solidFill>
              </a:rPr>
              <a:t>("table")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</a:t>
            </a:r>
            <a:r>
              <a:rPr lang="en-US" dirty="0">
                <a:solidFill>
                  <a:schemeClr val="accent5"/>
                </a:solidFill>
              </a:rPr>
              <a:t> pluck(3) </a:t>
            </a:r>
            <a:r>
              <a:rPr lang="en-US" dirty="0">
                <a:solidFill>
                  <a:schemeClr val="accent6"/>
                </a:solidFill>
              </a:rPr>
              <a:t>%&gt;%  </a:t>
            </a:r>
            <a:r>
              <a:rPr lang="en-US" dirty="0" err="1">
                <a:solidFill>
                  <a:schemeClr val="accent6"/>
                </a:solidFill>
              </a:rPr>
              <a:t>html_table</a:t>
            </a:r>
            <a:r>
              <a:rPr lang="en-US" dirty="0">
                <a:solidFill>
                  <a:schemeClr val="accent6"/>
                </a:solidFill>
              </a:rPr>
              <a:t>() %&gt;%   </a:t>
            </a:r>
            <a:r>
              <a:rPr lang="en-US" dirty="0" err="1">
                <a:solidFill>
                  <a:schemeClr val="accent6"/>
                </a:solidFill>
              </a:rPr>
              <a:t>as_tibble</a:t>
            </a:r>
            <a:r>
              <a:rPr lang="en-US" dirty="0">
                <a:solidFill>
                  <a:schemeClr val="accent6"/>
                </a:solidFill>
              </a:rPr>
              <a:t>() -&gt; pssa_</a:t>
            </a:r>
            <a:r>
              <a:rPr lang="en-US" dirty="0">
                <a:solidFill>
                  <a:schemeClr val="accent5"/>
                </a:solidFill>
              </a:rPr>
              <a:t>sci0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names(pssa_</a:t>
            </a:r>
            <a:r>
              <a:rPr lang="en-US" dirty="0">
                <a:solidFill>
                  <a:schemeClr val="accent5"/>
                </a:solidFill>
              </a:rPr>
              <a:t>sci0</a:t>
            </a:r>
            <a:r>
              <a:rPr lang="en-US" dirty="0">
                <a:solidFill>
                  <a:schemeClr val="accent6"/>
                </a:solidFill>
              </a:rPr>
              <a:t>) &lt;- c("grade","</a:t>
            </a:r>
            <a:r>
              <a:rPr lang="en-US" dirty="0" err="1">
                <a:solidFill>
                  <a:schemeClr val="accent6"/>
                </a:solidFill>
              </a:rPr>
              <a:t>totnum</a:t>
            </a:r>
            <a:r>
              <a:rPr lang="en-US" dirty="0">
                <a:solidFill>
                  <a:schemeClr val="accent6"/>
                </a:solidFill>
              </a:rPr>
              <a:t>","</a:t>
            </a:r>
            <a:r>
              <a:rPr lang="en-US" dirty="0" err="1">
                <a:solidFill>
                  <a:schemeClr val="accent6"/>
                </a:solidFill>
              </a:rPr>
              <a:t>bb","b","p","a","ap</a:t>
            </a:r>
            <a:r>
              <a:rPr lang="en-US" dirty="0">
                <a:solidFill>
                  <a:schemeClr val="accent6"/>
                </a:solidFill>
              </a:rPr>
              <a:t>")</a:t>
            </a:r>
          </a:p>
          <a:p>
            <a:pPr marL="0" indent="0">
              <a:buNone/>
            </a:pPr>
            <a:endParaRPr 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7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E94B3-3723-4FC4-92D8-43EF58BD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PSSA - Combining 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E1235-B504-41D3-B48C-C996FEBE0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pssa0 &lt;- </a:t>
            </a:r>
            <a:r>
              <a:rPr lang="en-US" dirty="0" err="1">
                <a:solidFill>
                  <a:schemeClr val="accent6"/>
                </a:solidFill>
              </a:rPr>
              <a:t>bind_rows</a:t>
            </a:r>
            <a:r>
              <a:rPr lang="en-US" dirty="0">
                <a:solidFill>
                  <a:schemeClr val="accent6"/>
                </a:solidFill>
              </a:rPr>
              <a:t>(pssa_ela0, pssa_math0, pssa_sci0)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022095-B3FE-404F-AF13-D122B25B0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919708"/>
            <a:ext cx="21462630" cy="616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248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E94B3-3723-4FC4-92D8-43EF58BD0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PSSA - Combining All Scores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E1235-B504-41D3-B48C-C996FEBE0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pssa0 &lt;- </a:t>
            </a:r>
            <a:r>
              <a:rPr lang="en-US" dirty="0" err="1">
                <a:solidFill>
                  <a:schemeClr val="accent6"/>
                </a:solidFill>
              </a:rPr>
              <a:t>bind_rows</a:t>
            </a:r>
            <a:r>
              <a:rPr lang="en-US" dirty="0">
                <a:solidFill>
                  <a:schemeClr val="accent6"/>
                </a:solidFill>
              </a:rPr>
              <a:t>("ELA" = pssa_ela0, "Math" = pssa_math0,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"Sci" = pssa_sci0, .id="subject")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DB1BF1-C8BF-4488-B90C-BF320A010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774" y="5794462"/>
            <a:ext cx="17719168" cy="719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732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E94B3-3723-4FC4-92D8-43EF58BD0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42" y="730251"/>
            <a:ext cx="22480884" cy="265112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PSSA - Combining 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E1235-B504-41D3-B48C-C996FEBE0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0000" y="3651249"/>
            <a:ext cx="21823158" cy="97519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pssa</a:t>
            </a:r>
            <a:r>
              <a:rPr lang="en-US" dirty="0">
                <a:solidFill>
                  <a:schemeClr val="accent6"/>
                </a:solidFill>
              </a:rPr>
              <a:t> &lt;- pssa0 %&gt;%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mutate(grade = </a:t>
            </a:r>
            <a:r>
              <a:rPr lang="en-US" dirty="0" err="1">
                <a:solidFill>
                  <a:schemeClr val="accent6"/>
                </a:solidFill>
              </a:rPr>
              <a:t>str_sub</a:t>
            </a:r>
            <a:r>
              <a:rPr lang="en-US" dirty="0">
                <a:solidFill>
                  <a:schemeClr val="accent6"/>
                </a:solidFill>
              </a:rPr>
              <a:t>(grade,-1)) %&gt;%   </a:t>
            </a:r>
            <a:r>
              <a:rPr lang="en-US" dirty="0">
                <a:solidFill>
                  <a:schemeClr val="accent5"/>
                </a:solidFill>
              </a:rPr>
              <a:t># strip off last character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filter(grade != "l") %&gt;%  </a:t>
            </a:r>
            <a:r>
              <a:rPr lang="en-US" dirty="0">
                <a:solidFill>
                  <a:schemeClr val="accent5"/>
                </a:solidFill>
              </a:rPr>
              <a:t> # remove the totals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mutate(</a:t>
            </a:r>
            <a:r>
              <a:rPr lang="en-US" dirty="0" err="1">
                <a:solidFill>
                  <a:schemeClr val="accent6"/>
                </a:solidFill>
              </a:rPr>
              <a:t>tot_num</a:t>
            </a:r>
            <a:r>
              <a:rPr lang="en-US" dirty="0">
                <a:solidFill>
                  <a:schemeClr val="accent6"/>
                </a:solidFill>
              </a:rPr>
              <a:t> = </a:t>
            </a:r>
            <a:r>
              <a:rPr lang="en-US" dirty="0" err="1">
                <a:solidFill>
                  <a:schemeClr val="accent6"/>
                </a:solidFill>
              </a:rPr>
              <a:t>as.numeric</a:t>
            </a:r>
            <a:r>
              <a:rPr lang="en-US" dirty="0">
                <a:solidFill>
                  <a:schemeClr val="accent6"/>
                </a:solidFill>
              </a:rPr>
              <a:t>(tot),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      </a:t>
            </a:r>
            <a:r>
              <a:rPr lang="en-US" dirty="0" err="1">
                <a:solidFill>
                  <a:schemeClr val="accent6"/>
                </a:solidFill>
              </a:rPr>
              <a:t>bb_num</a:t>
            </a:r>
            <a:r>
              <a:rPr lang="en-US" dirty="0">
                <a:solidFill>
                  <a:schemeClr val="accent6"/>
                </a:solidFill>
              </a:rPr>
              <a:t> = </a:t>
            </a:r>
            <a:r>
              <a:rPr lang="en-US" dirty="0" err="1">
                <a:solidFill>
                  <a:schemeClr val="accent6"/>
                </a:solidFill>
              </a:rPr>
              <a:t>as.numeric</a:t>
            </a:r>
            <a:r>
              <a:rPr lang="en-US" dirty="0">
                <a:solidFill>
                  <a:schemeClr val="accent6"/>
                </a:solidFill>
              </a:rPr>
              <a:t>(bb),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      </a:t>
            </a:r>
            <a:r>
              <a:rPr lang="en-US" dirty="0" err="1">
                <a:solidFill>
                  <a:schemeClr val="accent6"/>
                </a:solidFill>
              </a:rPr>
              <a:t>b_num</a:t>
            </a:r>
            <a:r>
              <a:rPr lang="en-US" dirty="0">
                <a:solidFill>
                  <a:schemeClr val="accent6"/>
                </a:solidFill>
              </a:rPr>
              <a:t> = </a:t>
            </a:r>
            <a:r>
              <a:rPr lang="en-US" dirty="0" err="1">
                <a:solidFill>
                  <a:schemeClr val="accent6"/>
                </a:solidFill>
              </a:rPr>
              <a:t>as.numeric</a:t>
            </a:r>
            <a:r>
              <a:rPr lang="en-US" dirty="0">
                <a:solidFill>
                  <a:schemeClr val="accent6"/>
                </a:solidFill>
              </a:rPr>
              <a:t>(b),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      </a:t>
            </a:r>
            <a:r>
              <a:rPr lang="en-US" dirty="0" err="1">
                <a:solidFill>
                  <a:schemeClr val="accent6"/>
                </a:solidFill>
              </a:rPr>
              <a:t>p_num</a:t>
            </a:r>
            <a:r>
              <a:rPr lang="en-US" dirty="0">
                <a:solidFill>
                  <a:schemeClr val="accent6"/>
                </a:solidFill>
              </a:rPr>
              <a:t> = </a:t>
            </a:r>
            <a:r>
              <a:rPr lang="en-US" dirty="0" err="1">
                <a:solidFill>
                  <a:schemeClr val="accent6"/>
                </a:solidFill>
              </a:rPr>
              <a:t>as.numeric</a:t>
            </a:r>
            <a:r>
              <a:rPr lang="en-US" dirty="0">
                <a:solidFill>
                  <a:schemeClr val="accent6"/>
                </a:solidFill>
              </a:rPr>
              <a:t>(p),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      </a:t>
            </a:r>
            <a:r>
              <a:rPr lang="en-US" dirty="0" err="1">
                <a:solidFill>
                  <a:schemeClr val="accent6"/>
                </a:solidFill>
              </a:rPr>
              <a:t>a_num</a:t>
            </a:r>
            <a:r>
              <a:rPr lang="en-US" dirty="0">
                <a:solidFill>
                  <a:schemeClr val="accent6"/>
                </a:solidFill>
              </a:rPr>
              <a:t> = </a:t>
            </a:r>
            <a:r>
              <a:rPr lang="en-US" dirty="0" err="1">
                <a:solidFill>
                  <a:schemeClr val="accent6"/>
                </a:solidFill>
              </a:rPr>
              <a:t>as.numeric</a:t>
            </a:r>
            <a:r>
              <a:rPr lang="en-US" dirty="0">
                <a:solidFill>
                  <a:schemeClr val="accent6"/>
                </a:solidFill>
              </a:rPr>
              <a:t>(a),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      </a:t>
            </a:r>
            <a:r>
              <a:rPr lang="en-US" dirty="0" err="1">
                <a:solidFill>
                  <a:schemeClr val="accent6"/>
                </a:solidFill>
              </a:rPr>
              <a:t>ap_num</a:t>
            </a:r>
            <a:r>
              <a:rPr lang="en-US" dirty="0">
                <a:solidFill>
                  <a:schemeClr val="accent6"/>
                </a:solidFill>
              </a:rPr>
              <a:t> = </a:t>
            </a:r>
            <a:r>
              <a:rPr lang="en-US" dirty="0" err="1">
                <a:solidFill>
                  <a:schemeClr val="accent6"/>
                </a:solidFill>
              </a:rPr>
              <a:t>as.numeric</a:t>
            </a:r>
            <a:r>
              <a:rPr lang="en-US" dirty="0">
                <a:solidFill>
                  <a:schemeClr val="accent6"/>
                </a:solidFill>
              </a:rPr>
              <a:t>(ap),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6"/>
                </a:solidFill>
              </a:rPr>
              <a:t>          grade_num = as.numeric(grade))</a:t>
            </a:r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A7ACC6-E09B-4F0D-B917-2511EA656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4899" y="5769082"/>
            <a:ext cx="8654621" cy="37863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BB2480-909C-4DA6-9C07-0BA3D6542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1917" y="9944099"/>
            <a:ext cx="8707604" cy="343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66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PSSA – Graph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2160" y="3041650"/>
            <a:ext cx="22341840" cy="982091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pssa</a:t>
            </a:r>
            <a:r>
              <a:rPr lang="en-US" dirty="0">
                <a:solidFill>
                  <a:schemeClr val="accent6"/>
                </a:solidFill>
              </a:rPr>
              <a:t>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</a:t>
            </a:r>
            <a:r>
              <a:rPr lang="en-US" dirty="0" err="1">
                <a:solidFill>
                  <a:schemeClr val="accent6"/>
                </a:solidFill>
              </a:rPr>
              <a:t>ggplot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aes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grade_num</a:t>
            </a:r>
            <a:r>
              <a:rPr lang="en-US" dirty="0">
                <a:solidFill>
                  <a:schemeClr val="accent6"/>
                </a:solidFill>
              </a:rPr>
              <a:t>, </a:t>
            </a:r>
            <a:r>
              <a:rPr lang="en-US" dirty="0" err="1">
                <a:solidFill>
                  <a:schemeClr val="accent6"/>
                </a:solidFill>
              </a:rPr>
              <a:t>ap_num</a:t>
            </a:r>
            <a:r>
              <a:rPr lang="en-US" dirty="0">
                <a:solidFill>
                  <a:schemeClr val="accent6"/>
                </a:solidFill>
              </a:rPr>
              <a:t>, color=subject)) +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geom_point() + </a:t>
            </a:r>
            <a:r>
              <a:rPr lang="en-US" dirty="0" err="1">
                <a:solidFill>
                  <a:schemeClr val="accent6"/>
                </a:solidFill>
              </a:rPr>
              <a:t>geom_line</a:t>
            </a:r>
            <a:r>
              <a:rPr lang="en-US" dirty="0">
                <a:solidFill>
                  <a:schemeClr val="accent6"/>
                </a:solidFill>
              </a:rPr>
              <a:t>(size=1) +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labs(title="2019 PSSA",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  y="% Proficient/Advanced",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  x = "Grade")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5129C0-5C62-43F2-94DF-D58105A3D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9833" y="5943601"/>
            <a:ext cx="12594167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62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PSSA – Graph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2998106"/>
            <a:ext cx="23103840" cy="107178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pssa</a:t>
            </a:r>
            <a:r>
              <a:rPr lang="en-US" dirty="0">
                <a:solidFill>
                  <a:schemeClr val="accent6"/>
                </a:solidFill>
              </a:rPr>
              <a:t>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mutate(</a:t>
            </a:r>
            <a:r>
              <a:rPr lang="en-US" dirty="0" err="1">
                <a:solidFill>
                  <a:schemeClr val="accent6"/>
                </a:solidFill>
              </a:rPr>
              <a:t>apb_num</a:t>
            </a:r>
            <a:r>
              <a:rPr lang="en-US" dirty="0">
                <a:solidFill>
                  <a:schemeClr val="accent6"/>
                </a:solidFill>
              </a:rPr>
              <a:t> = </a:t>
            </a:r>
            <a:r>
              <a:rPr lang="en-US" dirty="0" err="1">
                <a:solidFill>
                  <a:schemeClr val="accent6"/>
                </a:solidFill>
              </a:rPr>
              <a:t>a_num</a:t>
            </a:r>
            <a:r>
              <a:rPr lang="en-US" dirty="0">
                <a:solidFill>
                  <a:schemeClr val="accent6"/>
                </a:solidFill>
              </a:rPr>
              <a:t> + </a:t>
            </a:r>
            <a:r>
              <a:rPr lang="en-US" dirty="0" err="1">
                <a:solidFill>
                  <a:schemeClr val="accent6"/>
                </a:solidFill>
              </a:rPr>
              <a:t>p_num</a:t>
            </a:r>
            <a:r>
              <a:rPr lang="en-US" dirty="0">
                <a:solidFill>
                  <a:schemeClr val="accent6"/>
                </a:solidFill>
              </a:rPr>
              <a:t> + </a:t>
            </a:r>
            <a:r>
              <a:rPr lang="en-US" dirty="0" err="1">
                <a:solidFill>
                  <a:schemeClr val="accent6"/>
                </a:solidFill>
              </a:rPr>
              <a:t>b_num</a:t>
            </a:r>
            <a:r>
              <a:rPr lang="en-US" dirty="0">
                <a:solidFill>
                  <a:schemeClr val="accent6"/>
                </a:solidFill>
              </a:rPr>
              <a:t>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select(</a:t>
            </a:r>
            <a:r>
              <a:rPr lang="en-US" dirty="0" err="1">
                <a:solidFill>
                  <a:schemeClr val="accent6"/>
                </a:solidFill>
              </a:rPr>
              <a:t>grade_num,subject,a_num</a:t>
            </a:r>
            <a:r>
              <a:rPr lang="en-US" dirty="0">
                <a:solidFill>
                  <a:schemeClr val="accent6"/>
                </a:solidFill>
              </a:rPr>
              <a:t>, </a:t>
            </a:r>
            <a:r>
              <a:rPr lang="en-US" dirty="0" err="1">
                <a:solidFill>
                  <a:schemeClr val="accent6"/>
                </a:solidFill>
              </a:rPr>
              <a:t>ap_num</a:t>
            </a:r>
            <a:r>
              <a:rPr lang="en-US" dirty="0">
                <a:solidFill>
                  <a:schemeClr val="accent6"/>
                </a:solidFill>
              </a:rPr>
              <a:t>, </a:t>
            </a:r>
            <a:r>
              <a:rPr lang="en-US" dirty="0" err="1">
                <a:solidFill>
                  <a:schemeClr val="accent6"/>
                </a:solidFill>
              </a:rPr>
              <a:t>apb_num</a:t>
            </a:r>
            <a:r>
              <a:rPr lang="en-US" dirty="0">
                <a:solidFill>
                  <a:schemeClr val="accent6"/>
                </a:solidFill>
              </a:rPr>
              <a:t>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gather(level0,pct,a_num, </a:t>
            </a:r>
            <a:r>
              <a:rPr lang="en-US" dirty="0" err="1">
                <a:solidFill>
                  <a:schemeClr val="accent6"/>
                </a:solidFill>
              </a:rPr>
              <a:t>ap_num</a:t>
            </a:r>
            <a:r>
              <a:rPr lang="en-US" dirty="0">
                <a:solidFill>
                  <a:schemeClr val="accent6"/>
                </a:solidFill>
              </a:rPr>
              <a:t>, </a:t>
            </a:r>
            <a:r>
              <a:rPr lang="en-US" dirty="0" err="1">
                <a:solidFill>
                  <a:schemeClr val="accent6"/>
                </a:solidFill>
              </a:rPr>
              <a:t>apb_num</a:t>
            </a:r>
            <a:r>
              <a:rPr lang="en-US" dirty="0">
                <a:solidFill>
                  <a:schemeClr val="accent6"/>
                </a:solidFill>
              </a:rPr>
              <a:t>) %&gt;%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separate(level0,into=c("</a:t>
            </a:r>
            <a:r>
              <a:rPr lang="en-US" dirty="0" err="1">
                <a:solidFill>
                  <a:schemeClr val="accent6"/>
                </a:solidFill>
              </a:rPr>
              <a:t>level","num</a:t>
            </a:r>
            <a:r>
              <a:rPr lang="en-US" dirty="0">
                <a:solidFill>
                  <a:schemeClr val="accent6"/>
                </a:solidFill>
              </a:rPr>
              <a:t>"),</a:t>
            </a:r>
            <a:r>
              <a:rPr lang="en-US" dirty="0" err="1">
                <a:solidFill>
                  <a:schemeClr val="accent6"/>
                </a:solidFill>
              </a:rPr>
              <a:t>sep</a:t>
            </a:r>
            <a:r>
              <a:rPr lang="en-US" dirty="0">
                <a:solidFill>
                  <a:schemeClr val="accent6"/>
                </a:solidFill>
              </a:rPr>
              <a:t>="_")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select(-num)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</a:t>
            </a:r>
            <a:r>
              <a:rPr lang="en-US" dirty="0" err="1">
                <a:solidFill>
                  <a:schemeClr val="accent6"/>
                </a:solidFill>
              </a:rPr>
              <a:t>ggplot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aes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grade_num</a:t>
            </a:r>
            <a:r>
              <a:rPr lang="en-US" dirty="0">
                <a:solidFill>
                  <a:schemeClr val="accent6"/>
                </a:solidFill>
              </a:rPr>
              <a:t>, </a:t>
            </a:r>
            <a:r>
              <a:rPr lang="en-US" dirty="0" err="1">
                <a:solidFill>
                  <a:schemeClr val="accent6"/>
                </a:solidFill>
              </a:rPr>
              <a:t>pct</a:t>
            </a:r>
            <a:r>
              <a:rPr lang="en-US" dirty="0">
                <a:solidFill>
                  <a:schemeClr val="accent6"/>
                </a:solidFill>
              </a:rPr>
              <a:t>, color=subject, </a:t>
            </a:r>
            <a:r>
              <a:rPr lang="en-US" dirty="0" err="1">
                <a:solidFill>
                  <a:schemeClr val="accent6"/>
                </a:solidFill>
              </a:rPr>
              <a:t>lty</a:t>
            </a:r>
            <a:r>
              <a:rPr lang="en-US" dirty="0">
                <a:solidFill>
                  <a:schemeClr val="accent6"/>
                </a:solidFill>
              </a:rPr>
              <a:t>=level)) +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geom_point() + </a:t>
            </a:r>
            <a:r>
              <a:rPr lang="en-US" dirty="0" err="1">
                <a:solidFill>
                  <a:schemeClr val="accent6"/>
                </a:solidFill>
              </a:rPr>
              <a:t>geom_line</a:t>
            </a:r>
            <a:r>
              <a:rPr lang="en-US" dirty="0">
                <a:solidFill>
                  <a:schemeClr val="accent6"/>
                </a:solidFill>
              </a:rPr>
              <a:t>(size=1) +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labs(title="2019 PSSA", y="% at Proficiency Level", x = "Grade") +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</a:t>
            </a:r>
            <a:r>
              <a:rPr lang="en-US" dirty="0" err="1">
                <a:solidFill>
                  <a:schemeClr val="accent6"/>
                </a:solidFill>
              </a:rPr>
              <a:t>scale_linetype_discrete</a:t>
            </a:r>
            <a:r>
              <a:rPr lang="en-US" dirty="0">
                <a:solidFill>
                  <a:schemeClr val="accent6"/>
                </a:solidFill>
              </a:rPr>
              <a:t>(name="Proficiency Level", 	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	labels=c("</a:t>
            </a:r>
            <a:r>
              <a:rPr lang="en-US" dirty="0" err="1">
                <a:solidFill>
                  <a:schemeClr val="accent6"/>
                </a:solidFill>
              </a:rPr>
              <a:t>Advanced","Prof</a:t>
            </a:r>
            <a:r>
              <a:rPr lang="en-US" dirty="0">
                <a:solidFill>
                  <a:schemeClr val="accent6"/>
                </a:solidFill>
              </a:rPr>
              <a:t>+", "Basic+"))</a:t>
            </a:r>
          </a:p>
        </p:txBody>
      </p:sp>
    </p:spTree>
    <p:extLst>
      <p:ext uri="{BB962C8B-B14F-4D97-AF65-F5344CB8AC3E}">
        <p14:creationId xmlns:p14="http://schemas.microsoft.com/office/powerpoint/2010/main" val="1004683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7903E-17BD-4815-B23A-30271E6E6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B2381-2322-411D-B756-6053DC08A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1A2674-0F92-4D6D-A2B9-2278C5566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0"/>
            <a:ext cx="22224999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566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A7DFA-A10A-44B2-9BC5-1F57D1575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Data Scraping – Pitching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8F2F2-5ED1-40FA-9A91-2BB3010B1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0000" y="3651251"/>
            <a:ext cx="22144000" cy="1006475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 err="1"/>
              <a:t>statcast_url</a:t>
            </a:r>
            <a:r>
              <a:rPr lang="en-US" dirty="0"/>
              <a:t> %&gt;%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</a:t>
            </a:r>
            <a:r>
              <a:rPr lang="en-US" dirty="0" err="1"/>
              <a:t>read_html</a:t>
            </a:r>
            <a:r>
              <a:rPr lang="en-US" dirty="0"/>
              <a:t>() %&gt;%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</a:t>
            </a:r>
            <a:r>
              <a:rPr lang="en-US" dirty="0" err="1"/>
              <a:t>html_nodes</a:t>
            </a:r>
            <a:r>
              <a:rPr lang="en-US" dirty="0"/>
              <a:t>("table") %&gt;%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pluck(i) %&gt;%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</a:t>
            </a:r>
            <a:r>
              <a:rPr lang="en-US" dirty="0" err="1"/>
              <a:t>html_table</a:t>
            </a:r>
            <a:r>
              <a:rPr lang="en-US" dirty="0"/>
              <a:t>() 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4BD05B-0AC4-4ECE-8149-9F6F655AA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1990" y="5541646"/>
            <a:ext cx="12161090" cy="70284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A34D1A2-663E-488F-9973-46BCEAE688EA}"/>
              </a:ext>
            </a:extLst>
          </p:cNvPr>
          <p:cNvSpPr/>
          <p:nvPr/>
        </p:nvSpPr>
        <p:spPr>
          <a:xfrm>
            <a:off x="-160020" y="12840007"/>
            <a:ext cx="2454402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FFFF00"/>
                </a:solidFill>
              </a:rPr>
              <a:t>https://baseballsavant.mlb.com/savant-player/</a:t>
            </a:r>
            <a:r>
              <a:rPr lang="en-US" sz="4400" dirty="0">
                <a:solidFill>
                  <a:schemeClr val="accent6"/>
                </a:solidFill>
              </a:rPr>
              <a:t>justin-verlander-434378</a:t>
            </a:r>
            <a:r>
              <a:rPr lang="en-US" sz="4400" dirty="0">
                <a:solidFill>
                  <a:srgbClr val="FFFF00"/>
                </a:solidFill>
              </a:rPr>
              <a:t>?stats=statcast-r-pitching-mlb</a:t>
            </a:r>
          </a:p>
        </p:txBody>
      </p:sp>
    </p:spTree>
    <p:extLst>
      <p:ext uri="{BB962C8B-B14F-4D97-AF65-F5344CB8AC3E}">
        <p14:creationId xmlns:p14="http://schemas.microsoft.com/office/powerpoint/2010/main" val="2562848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C54A55B-6200-4CE1-BA56-23DEF5D7B5EB}"/>
              </a:ext>
            </a:extLst>
          </p:cNvPr>
          <p:cNvSpPr txBox="1"/>
          <p:nvPr/>
        </p:nvSpPr>
        <p:spPr>
          <a:xfrm rot="790549">
            <a:off x="14555939" y="7396698"/>
            <a:ext cx="9413153" cy="2308324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4800" dirty="0">
                <a:solidFill>
                  <a:schemeClr val="accent6"/>
                </a:solidFill>
              </a:rPr>
              <a:t>Grab the data from each table</a:t>
            </a:r>
          </a:p>
          <a:p>
            <a:pPr algn="ctr"/>
            <a:r>
              <a:rPr lang="en-US" sz="4800" dirty="0">
                <a:solidFill>
                  <a:schemeClr val="accent6"/>
                </a:solidFill>
              </a:rPr>
              <a:t>Check if it follows the desired format</a:t>
            </a:r>
          </a:p>
          <a:p>
            <a:pPr algn="ctr"/>
            <a:r>
              <a:rPr lang="en-US" sz="4800" dirty="0">
                <a:solidFill>
                  <a:schemeClr val="accent6"/>
                </a:solidFill>
              </a:rPr>
              <a:t>Save it to a permanent file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A7DFA-A10A-44B2-9BC5-1F57D1575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Data Scraping – Pitching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8F2F2-5ED1-40FA-9A91-2BB3010B1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0000" y="3651251"/>
            <a:ext cx="22144000" cy="10064750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/>
              <a:t>pitch_arsenal_18&lt;-pitch_arsenal_18_0 %&gt;%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    mutate(</a:t>
            </a:r>
            <a:r>
              <a:rPr lang="en-US" dirty="0" err="1"/>
              <a:t>last_name</a:t>
            </a:r>
            <a:r>
              <a:rPr lang="en-US" dirty="0"/>
              <a:t>= </a:t>
            </a:r>
            <a:r>
              <a:rPr lang="en-US" dirty="0" err="1"/>
              <a:t>tolower</a:t>
            </a:r>
            <a:r>
              <a:rPr lang="en-US" dirty="0"/>
              <a:t>(</a:t>
            </a:r>
            <a:r>
              <a:rPr lang="en-US" dirty="0" err="1"/>
              <a:t>last_name</a:t>
            </a:r>
            <a:r>
              <a:rPr lang="en-US" dirty="0"/>
              <a:t>),</a:t>
            </a:r>
            <a:r>
              <a:rPr lang="en-US" dirty="0" err="1"/>
              <a:t>first_name</a:t>
            </a:r>
            <a:r>
              <a:rPr lang="en-US" dirty="0"/>
              <a:t>= </a:t>
            </a:r>
            <a:r>
              <a:rPr lang="en-US" dirty="0" err="1"/>
              <a:t>tolower</a:t>
            </a:r>
            <a:r>
              <a:rPr lang="en-US" dirty="0"/>
              <a:t>(</a:t>
            </a:r>
            <a:r>
              <a:rPr lang="en-US" dirty="0" err="1"/>
              <a:t>first_name</a:t>
            </a:r>
            <a:r>
              <a:rPr lang="en-US" dirty="0"/>
              <a:t>)) %&gt;%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    unite(</a:t>
            </a:r>
            <a:r>
              <a:rPr lang="en-US" dirty="0" err="1"/>
              <a:t>name_playerid,c</a:t>
            </a:r>
            <a:r>
              <a:rPr lang="en-US" dirty="0"/>
              <a:t>("</a:t>
            </a:r>
            <a:r>
              <a:rPr lang="en-US" dirty="0" err="1"/>
              <a:t>first_name","last_name","pitcher</a:t>
            </a:r>
            <a:r>
              <a:rPr lang="en-US" dirty="0"/>
              <a:t>"),</a:t>
            </a:r>
            <a:r>
              <a:rPr lang="en-US" dirty="0" err="1"/>
              <a:t>sep</a:t>
            </a:r>
            <a:r>
              <a:rPr lang="en-US" dirty="0"/>
              <a:t> = "-")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err="1"/>
              <a:t>scrape_savant_pitch_tracking</a:t>
            </a:r>
            <a:r>
              <a:rPr lang="en-US" dirty="0"/>
              <a:t> &lt;- function(</a:t>
            </a:r>
            <a:r>
              <a:rPr lang="en-US" dirty="0" err="1"/>
              <a:t>name_playerid</a:t>
            </a:r>
            <a:r>
              <a:rPr lang="en-US" dirty="0"/>
              <a:t>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                </a:t>
            </a:r>
            <a:r>
              <a:rPr lang="en-US" dirty="0" err="1"/>
              <a:t>statcast_url</a:t>
            </a:r>
            <a:r>
              <a:rPr lang="en-US" dirty="0"/>
              <a:t> &lt;- paste0("https://baseballsavant.mlb.com/savant-player/",+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                                         </a:t>
            </a:r>
            <a:r>
              <a:rPr lang="en-US" dirty="0" err="1"/>
              <a:t>name_playerid</a:t>
            </a:r>
            <a:r>
              <a:rPr lang="en-US" dirty="0"/>
              <a:t>, "?stats=</a:t>
            </a:r>
            <a:r>
              <a:rPr lang="en-US" dirty="0" err="1"/>
              <a:t>statcast</a:t>
            </a:r>
            <a:r>
              <a:rPr lang="en-US" dirty="0"/>
              <a:t>-r-pitching-</a:t>
            </a:r>
            <a:r>
              <a:rPr lang="en-US" dirty="0" err="1"/>
              <a:t>mlb</a:t>
            </a:r>
            <a:r>
              <a:rPr lang="en-US" dirty="0"/>
              <a:t>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err="1"/>
              <a:t>temp_df</a:t>
            </a:r>
            <a:r>
              <a:rPr lang="en-US" dirty="0"/>
              <a:t> &lt;- </a:t>
            </a:r>
            <a:r>
              <a:rPr lang="en-US" dirty="0" err="1"/>
              <a:t>statcast_url</a:t>
            </a:r>
            <a:r>
              <a:rPr lang="en-US" dirty="0"/>
              <a:t> %&gt;%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                  </a:t>
            </a:r>
            <a:r>
              <a:rPr lang="en-US" dirty="0" err="1"/>
              <a:t>read_html</a:t>
            </a:r>
            <a:r>
              <a:rPr lang="en-US" dirty="0"/>
              <a:t>() %&gt;%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                  </a:t>
            </a:r>
            <a:r>
              <a:rPr lang="en-US" dirty="0" err="1"/>
              <a:t>html_nodes</a:t>
            </a:r>
            <a:r>
              <a:rPr lang="en-US" dirty="0"/>
              <a:t>("table")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 in 1:length(</a:t>
            </a:r>
            <a:r>
              <a:rPr lang="en-US" dirty="0" err="1"/>
              <a:t>temp_df</a:t>
            </a:r>
            <a:r>
              <a:rPr lang="en-US" dirty="0"/>
              <a:t>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              {temp_df2 &lt;-</a:t>
            </a:r>
            <a:r>
              <a:rPr lang="en-US" dirty="0" err="1"/>
              <a:t>temp_df</a:t>
            </a:r>
            <a:r>
              <a:rPr lang="en-US" dirty="0"/>
              <a:t> %&gt;%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                            .[[</a:t>
            </a:r>
            <a:r>
              <a:rPr lang="en-US" dirty="0" err="1"/>
              <a:t>i</a:t>
            </a:r>
            <a:r>
              <a:rPr lang="en-US" dirty="0"/>
              <a:t>]] %&gt;%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                            </a:t>
            </a:r>
            <a:r>
              <a:rPr lang="en-US" dirty="0" err="1"/>
              <a:t>html_table</a:t>
            </a:r>
            <a:r>
              <a:rPr lang="en-US" dirty="0"/>
              <a:t>() %&gt;%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                            </a:t>
            </a:r>
            <a:r>
              <a:rPr lang="en-US" dirty="0" err="1"/>
              <a:t>as.data.frame</a:t>
            </a:r>
            <a:r>
              <a:rPr lang="en-US" dirty="0"/>
              <a:t>()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	</a:t>
            </a:r>
            <a:r>
              <a:rPr lang="en-US" dirty="0" err="1"/>
              <a:t>ifelse</a:t>
            </a:r>
            <a:r>
              <a:rPr lang="en-US" dirty="0"/>
              <a:t>(</a:t>
            </a:r>
            <a:r>
              <a:rPr lang="en-US" dirty="0" err="1"/>
              <a:t>colnames</a:t>
            </a:r>
            <a:r>
              <a:rPr lang="en-US" dirty="0"/>
              <a:t>(temp_df2[2])=="Pitch Type",permenant_df0 &lt;- temp_df2,0)                 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              }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err="1"/>
              <a:t>permanent_df</a:t>
            </a:r>
            <a:r>
              <a:rPr lang="en-US" dirty="0"/>
              <a:t>&lt;-permenant_df0 %&gt;%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                                mutate(</a:t>
            </a:r>
            <a:r>
              <a:rPr lang="en-US" dirty="0" err="1"/>
              <a:t>pitcher_id</a:t>
            </a:r>
            <a:r>
              <a:rPr lang="en-US" dirty="0"/>
              <a:t> = </a:t>
            </a:r>
            <a:r>
              <a:rPr lang="en-US" dirty="0" err="1"/>
              <a:t>name_playerid</a:t>
            </a:r>
            <a:r>
              <a:rPr lang="en-US" dirty="0"/>
              <a:t>) %&gt;%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                                separate(</a:t>
            </a:r>
            <a:r>
              <a:rPr lang="en-US" dirty="0" err="1"/>
              <a:t>pitcher_id,c</a:t>
            </a:r>
            <a:r>
              <a:rPr lang="en-US" dirty="0"/>
              <a:t>("first_name","last_name","</a:t>
            </a:r>
            <a:r>
              <a:rPr lang="en-US" dirty="0" err="1"/>
              <a:t>playerid</a:t>
            </a:r>
            <a:r>
              <a:rPr lang="en-US" dirty="0"/>
              <a:t>"),</a:t>
            </a:r>
            <a:r>
              <a:rPr lang="en-US" dirty="0" err="1"/>
              <a:t>sep</a:t>
            </a:r>
            <a:r>
              <a:rPr lang="en-US" dirty="0"/>
              <a:t>="-") %&gt;%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                                select(first_name,last_name,playerid,Year:`</a:t>
            </a:r>
            <a:r>
              <a:rPr lang="en-US" dirty="0" err="1"/>
              <a:t>PutAway</a:t>
            </a:r>
            <a:r>
              <a:rPr lang="en-US" dirty="0"/>
              <a:t>%`)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return(</a:t>
            </a:r>
            <a:r>
              <a:rPr lang="en-US" dirty="0" err="1"/>
              <a:t>permanent_df</a:t>
            </a:r>
            <a:r>
              <a:rPr lang="en-US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                    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6FB8CE-AA55-4408-9D32-C7A5A2ED3EFB}"/>
              </a:ext>
            </a:extLst>
          </p:cNvPr>
          <p:cNvSpPr txBox="1"/>
          <p:nvPr/>
        </p:nvSpPr>
        <p:spPr>
          <a:xfrm rot="277741">
            <a:off x="13060544" y="2965878"/>
            <a:ext cx="11032187" cy="830997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/>
                </a:solidFill>
              </a:rPr>
              <a:t>Get all 689 pitcher names from the website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0A0017-99E3-45C3-90A6-40815095D492}"/>
              </a:ext>
            </a:extLst>
          </p:cNvPr>
          <p:cNvSpPr txBox="1"/>
          <p:nvPr/>
        </p:nvSpPr>
        <p:spPr>
          <a:xfrm rot="301928">
            <a:off x="12705479" y="4333147"/>
            <a:ext cx="11742317" cy="830997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/>
                </a:solidFill>
              </a:rPr>
              <a:t>Create a list the URL to scrape for pitcher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69463C-1B5F-4DB8-8FF5-037945B0E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1032" y="7114368"/>
            <a:ext cx="9512968" cy="66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7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E6920-324E-44E9-A1E8-602986D99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0"/>
            <a:ext cx="21031200" cy="2651126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Data Scraping – Zip Codes (SAS MP)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4A02-965C-4107-B4C4-7A48402DD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028" y="2764465"/>
            <a:ext cx="22937972" cy="1095153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zip15003 &lt;- "https://www.zip-codes.com/zip-code/15003/zip-code-15003.asp"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thisURL</a:t>
            </a:r>
            <a:r>
              <a:rPr lang="en-US" dirty="0">
                <a:solidFill>
                  <a:schemeClr val="tx1"/>
                </a:solidFill>
              </a:rPr>
              <a:t> &lt;- zip15003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FFFF00"/>
                </a:solidFill>
              </a:rPr>
              <a:t>read_zip_url</a:t>
            </a:r>
            <a:r>
              <a:rPr lang="en-US" dirty="0">
                <a:solidFill>
                  <a:srgbClr val="FFFF00"/>
                </a:solidFill>
              </a:rPr>
              <a:t> &lt;- function(</a:t>
            </a:r>
            <a:r>
              <a:rPr lang="en-US" dirty="0" err="1">
                <a:solidFill>
                  <a:srgbClr val="FFFF00"/>
                </a:solidFill>
              </a:rPr>
              <a:t>thisURL</a:t>
            </a:r>
            <a:r>
              <a:rPr lang="en-US" dirty="0">
                <a:solidFill>
                  <a:srgbClr val="FFFF00"/>
                </a:solidFill>
              </a:rPr>
              <a:t>) {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this_zip</a:t>
            </a:r>
            <a:r>
              <a:rPr lang="en-US" dirty="0">
                <a:solidFill>
                  <a:schemeClr val="tx1"/>
                </a:solidFill>
              </a:rPr>
              <a:t> &lt;-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</a:t>
            </a:r>
            <a:r>
              <a:rPr lang="en-US" dirty="0" err="1">
                <a:solidFill>
                  <a:schemeClr val="tx1"/>
                </a:solidFill>
              </a:rPr>
              <a:t>thisURL</a:t>
            </a:r>
            <a:r>
              <a:rPr lang="en-US" dirty="0">
                <a:solidFill>
                  <a:schemeClr val="tx1"/>
                </a:solidFill>
              </a:rPr>
              <a:t> %&gt;% </a:t>
            </a:r>
            <a:r>
              <a:rPr lang="en-US" dirty="0" err="1">
                <a:solidFill>
                  <a:schemeClr val="tx1"/>
                </a:solidFill>
              </a:rPr>
              <a:t>read_html</a:t>
            </a:r>
            <a:r>
              <a:rPr lang="en-US" dirty="0">
                <a:solidFill>
                  <a:schemeClr val="tx1"/>
                </a:solidFill>
              </a:rPr>
              <a:t>() %&gt;%  </a:t>
            </a:r>
            <a:r>
              <a:rPr lang="en-US" dirty="0" err="1">
                <a:solidFill>
                  <a:schemeClr val="tx1"/>
                </a:solidFill>
              </a:rPr>
              <a:t>html_nodes</a:t>
            </a:r>
            <a:r>
              <a:rPr lang="en-US" dirty="0">
                <a:solidFill>
                  <a:schemeClr val="tx1"/>
                </a:solidFill>
              </a:rPr>
              <a:t>("table") %&gt;% pluck(1) %&gt;% </a:t>
            </a:r>
            <a:r>
              <a:rPr lang="en-US" dirty="0" err="1">
                <a:solidFill>
                  <a:schemeClr val="tx1"/>
                </a:solidFill>
              </a:rPr>
              <a:t>html_table</a:t>
            </a:r>
            <a:r>
              <a:rPr lang="en-US" dirty="0">
                <a:solidFill>
                  <a:schemeClr val="tx1"/>
                </a:solidFill>
              </a:rPr>
              <a:t>(fill=T) %&gt;% </a:t>
            </a:r>
            <a:r>
              <a:rPr lang="en-US" dirty="0" err="1">
                <a:solidFill>
                  <a:schemeClr val="tx1"/>
                </a:solidFill>
              </a:rPr>
              <a:t>as_tibble</a:t>
            </a:r>
            <a:r>
              <a:rPr lang="en-US" dirty="0">
                <a:solidFill>
                  <a:schemeClr val="tx1"/>
                </a:solidFill>
              </a:rPr>
              <a:t>()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select(1:2) %&gt;%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  filter(X1 %in% c("Zip </a:t>
            </a:r>
            <a:r>
              <a:rPr lang="en-US" dirty="0" err="1">
                <a:solidFill>
                  <a:schemeClr val="tx1"/>
                </a:solidFill>
              </a:rPr>
              <a:t>Code:","City:","State:","City</a:t>
            </a:r>
            <a:r>
              <a:rPr lang="en-US" dirty="0">
                <a:solidFill>
                  <a:schemeClr val="tx1"/>
                </a:solidFill>
              </a:rPr>
              <a:t> Alias(es):","City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Type:","Classification:","Latitude:","Longitude:","County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FIPS:","Intro</a:t>
            </a:r>
            <a:r>
              <a:rPr lang="en-US" dirty="0">
                <a:solidFill>
                  <a:schemeClr val="tx1"/>
                </a:solidFill>
              </a:rPr>
              <a:t> Date:", "Current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Population:","Households</a:t>
            </a:r>
            <a:r>
              <a:rPr lang="en-US" dirty="0">
                <a:solidFill>
                  <a:schemeClr val="tx1"/>
                </a:solidFill>
              </a:rPr>
              <a:t> per ZIP </a:t>
            </a:r>
            <a:r>
              <a:rPr lang="en-US" dirty="0" err="1">
                <a:solidFill>
                  <a:schemeClr val="tx1"/>
                </a:solidFill>
              </a:rPr>
              <a:t>Code:","Average</a:t>
            </a:r>
            <a:r>
              <a:rPr lang="en-US" dirty="0">
                <a:solidFill>
                  <a:schemeClr val="tx1"/>
                </a:solidFill>
              </a:rPr>
              <a:t> House </a:t>
            </a:r>
            <a:r>
              <a:rPr lang="en-US" dirty="0" err="1">
                <a:solidFill>
                  <a:schemeClr val="tx1"/>
                </a:solidFill>
              </a:rPr>
              <a:t>Value:","Avg</a:t>
            </a:r>
            <a:r>
              <a:rPr lang="en-US" dirty="0">
                <a:solidFill>
                  <a:schemeClr val="tx1"/>
                </a:solidFill>
              </a:rPr>
              <a:t>. Income Per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Household:","Median</a:t>
            </a:r>
            <a:r>
              <a:rPr lang="en-US" dirty="0">
                <a:solidFill>
                  <a:schemeClr val="tx1"/>
                </a:solidFill>
              </a:rPr>
              <a:t> Age:", "# Residential Mailboxes:","# Business Mailboxes:"))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thisZip0 &lt;- </a:t>
            </a:r>
            <a:r>
              <a:rPr lang="en-US" dirty="0" err="1">
                <a:solidFill>
                  <a:schemeClr val="accent6"/>
                </a:solidFill>
              </a:rPr>
              <a:t>data.frame</a:t>
            </a:r>
            <a:r>
              <a:rPr lang="en-US" dirty="0">
                <a:solidFill>
                  <a:schemeClr val="accent6"/>
                </a:solidFill>
              </a:rPr>
              <a:t>(t(</a:t>
            </a:r>
            <a:r>
              <a:rPr lang="en-US" dirty="0" err="1">
                <a:solidFill>
                  <a:schemeClr val="accent6"/>
                </a:solidFill>
              </a:rPr>
              <a:t>this_zip</a:t>
            </a:r>
            <a:r>
              <a:rPr lang="en-US" dirty="0">
                <a:solidFill>
                  <a:schemeClr val="accent6"/>
                </a:solidFill>
              </a:rPr>
              <a:t> %&gt;% select(2)))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names(thisZip0) &lt;- t(</a:t>
            </a:r>
            <a:r>
              <a:rPr lang="en-US" dirty="0" err="1">
                <a:solidFill>
                  <a:schemeClr val="accent6"/>
                </a:solidFill>
              </a:rPr>
              <a:t>this_zip</a:t>
            </a:r>
            <a:r>
              <a:rPr lang="en-US" dirty="0">
                <a:solidFill>
                  <a:schemeClr val="accent6"/>
                </a:solidFill>
              </a:rPr>
              <a:t> %&gt;% select(1))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thisZip</a:t>
            </a:r>
            <a:r>
              <a:rPr lang="en-US" dirty="0">
                <a:solidFill>
                  <a:schemeClr val="accent6"/>
                </a:solidFill>
              </a:rPr>
              <a:t> &lt;- thisZip0[,1:17]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return(</a:t>
            </a:r>
            <a:r>
              <a:rPr lang="en-US" dirty="0" err="1">
                <a:solidFill>
                  <a:srgbClr val="FFFF00"/>
                </a:solidFill>
              </a:rPr>
              <a:t>thisZip</a:t>
            </a:r>
            <a:r>
              <a:rPr lang="en-US" dirty="0">
                <a:solidFill>
                  <a:srgbClr val="FFFF00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FF00"/>
                </a:solidFill>
              </a:rPr>
              <a:t>read_zip_url</a:t>
            </a:r>
            <a:r>
              <a:rPr lang="en-US" dirty="0">
                <a:solidFill>
                  <a:srgbClr val="FFFF00"/>
                </a:solidFill>
              </a:rPr>
              <a:t>(zip15003)</a:t>
            </a:r>
          </a:p>
        </p:txBody>
      </p:sp>
    </p:spTree>
    <p:extLst>
      <p:ext uri="{BB962C8B-B14F-4D97-AF65-F5344CB8AC3E}">
        <p14:creationId xmlns:p14="http://schemas.microsoft.com/office/powerpoint/2010/main" val="394630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Selector Gadget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4743" y="3651250"/>
            <a:ext cx="22359257" cy="99123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Available for Google Chrome at </a:t>
            </a:r>
            <a:r>
              <a:rPr lang="en-US" dirty="0">
                <a:hlinkClick r:id="rId3"/>
              </a:rPr>
              <a:t>bit.ly/</a:t>
            </a:r>
            <a:r>
              <a:rPr lang="en-US" dirty="0" err="1">
                <a:hlinkClick r:id="rId3"/>
              </a:rPr>
              <a:t>SelectorGadget</a:t>
            </a:r>
            <a:endParaRPr lang="en-US" dirty="0"/>
          </a:p>
          <a:p>
            <a:r>
              <a:rPr lang="en-US" dirty="0"/>
              <a:t>There is a tutorial video and a </a:t>
            </a:r>
            <a:r>
              <a:rPr lang="en-US" dirty="0" err="1"/>
              <a:t>bookmarklet</a:t>
            </a:r>
            <a:r>
              <a:rPr lang="en-US" dirty="0"/>
              <a:t> version available at </a:t>
            </a:r>
            <a:r>
              <a:rPr lang="en-US" dirty="0">
                <a:hlinkClick r:id="rId4"/>
              </a:rPr>
              <a:t>http://selectorgadget.com</a:t>
            </a:r>
            <a:r>
              <a:rPr lang="en-US" dirty="0"/>
              <a:t> </a:t>
            </a:r>
          </a:p>
          <a:p>
            <a:r>
              <a:rPr lang="en-US" dirty="0"/>
              <a:t>Selector Gadget is an open source </a:t>
            </a:r>
            <a:r>
              <a:rPr lang="en-US" dirty="0">
                <a:solidFill>
                  <a:schemeClr val="accent2"/>
                </a:solidFill>
              </a:rPr>
              <a:t>Chrome Extension </a:t>
            </a:r>
            <a:r>
              <a:rPr lang="en-US" dirty="0"/>
              <a:t>that makes CSS selector generation and discovery on complicated sites a breeze.</a:t>
            </a:r>
          </a:p>
          <a:p>
            <a:r>
              <a:rPr lang="en-US" dirty="0">
                <a:solidFill>
                  <a:schemeClr val="accent2"/>
                </a:solidFill>
              </a:rPr>
              <a:t>CSS</a:t>
            </a:r>
            <a:r>
              <a:rPr lang="en-US" dirty="0"/>
              <a:t> is </a:t>
            </a:r>
            <a:r>
              <a:rPr lang="en-US" dirty="0">
                <a:solidFill>
                  <a:schemeClr val="accent2"/>
                </a:solidFill>
              </a:rPr>
              <a:t>Cascading Style Sheets </a:t>
            </a:r>
            <a:r>
              <a:rPr lang="en-US" dirty="0"/>
              <a:t>– describes how HTML elements are displayed</a:t>
            </a:r>
          </a:p>
          <a:p>
            <a:r>
              <a:rPr lang="en-US" dirty="0"/>
              <a:t>After having installed the extension, go to any page and launch it. A box will open in the bottom right of the website. Click on a page element that you would like your selector to match (it will turn green). </a:t>
            </a:r>
            <a:r>
              <a:rPr lang="en-US" dirty="0" err="1"/>
              <a:t>SelectorGadget</a:t>
            </a:r>
            <a:r>
              <a:rPr lang="en-US" dirty="0"/>
              <a:t> will then generate a minimal CSS selector for that element, and will highlight (yellow) everything that is matched by the selector. Now click on a highlighted element to remove it from the selector (red), or click on an </a:t>
            </a:r>
            <a:r>
              <a:rPr lang="en-US" dirty="0" err="1"/>
              <a:t>unhighlighted</a:t>
            </a:r>
            <a:r>
              <a:rPr lang="en-US" dirty="0"/>
              <a:t> element to add it to the selector. Through this process of selection and rejection, </a:t>
            </a:r>
            <a:r>
              <a:rPr lang="en-US" dirty="0" err="1"/>
              <a:t>SelectorGadget</a:t>
            </a:r>
            <a:r>
              <a:rPr lang="en-US" dirty="0"/>
              <a:t> helps you come up with the perfect CSS selector for your needs.</a:t>
            </a:r>
          </a:p>
        </p:txBody>
      </p:sp>
    </p:spTree>
    <p:extLst>
      <p:ext uri="{BB962C8B-B14F-4D97-AF65-F5344CB8AC3E}">
        <p14:creationId xmlns:p14="http://schemas.microsoft.com/office/powerpoint/2010/main" val="37211196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9589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48C57-F1F9-4A21-A1D3-2720CE992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2"/>
                </a:solidFill>
              </a:rPr>
              <a:t>xpath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C33EA-11E5-4AAF-A4CA-D91543EDB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0000" y="3651250"/>
            <a:ext cx="21818880" cy="961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If you know the </a:t>
            </a:r>
            <a:r>
              <a:rPr lang="en-US" sz="6000" dirty="0" err="1"/>
              <a:t>xpath</a:t>
            </a:r>
            <a:r>
              <a:rPr lang="en-US" sz="6000" dirty="0"/>
              <a:t> syntax, you can enter that directly:</a:t>
            </a:r>
          </a:p>
          <a:p>
            <a:pPr marL="0" indent="0">
              <a:buNone/>
            </a:pPr>
            <a:r>
              <a:rPr lang="en-US" sz="5400" dirty="0">
                <a:solidFill>
                  <a:schemeClr val="accent6"/>
                </a:solidFill>
              </a:rPr>
              <a:t>	</a:t>
            </a:r>
            <a:r>
              <a:rPr lang="en-US" sz="5400" dirty="0" err="1">
                <a:solidFill>
                  <a:schemeClr val="accent6"/>
                </a:solidFill>
              </a:rPr>
              <a:t>html_node</a:t>
            </a:r>
            <a:r>
              <a:rPr lang="en-US" sz="5400" dirty="0">
                <a:solidFill>
                  <a:schemeClr val="accent6"/>
                </a:solidFill>
              </a:rPr>
              <a:t>(document,</a:t>
            </a:r>
          </a:p>
          <a:p>
            <a:pPr marL="0" indent="0">
              <a:buNone/>
            </a:pPr>
            <a:r>
              <a:rPr lang="en-US" sz="5400" dirty="0">
                <a:solidFill>
                  <a:schemeClr val="accent6"/>
                </a:solidFill>
              </a:rPr>
              <a:t>		</a:t>
            </a:r>
            <a:r>
              <a:rPr lang="en-US" sz="5400" dirty="0" err="1">
                <a:solidFill>
                  <a:schemeClr val="accent6"/>
                </a:solidFill>
              </a:rPr>
              <a:t>xpath</a:t>
            </a:r>
            <a:r>
              <a:rPr lang="en-US" sz="5400" dirty="0">
                <a:solidFill>
                  <a:schemeClr val="accent6"/>
                </a:solidFill>
              </a:rPr>
              <a:t> = "//h1/following-sibling::p/following-sibling::p“)</a:t>
            </a:r>
          </a:p>
        </p:txBody>
      </p:sp>
    </p:spTree>
    <p:extLst>
      <p:ext uri="{BB962C8B-B14F-4D97-AF65-F5344CB8AC3E}">
        <p14:creationId xmlns:p14="http://schemas.microsoft.com/office/powerpoint/2010/main" val="35659084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Reading Twitter Data Using </a:t>
            </a:r>
            <a:r>
              <a:rPr lang="en-US" dirty="0" err="1">
                <a:solidFill>
                  <a:schemeClr val="accent6"/>
                </a:solidFill>
              </a:rPr>
              <a:t>TwitteR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1778240" cy="975995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API</a:t>
            </a:r>
            <a:r>
              <a:rPr lang="en-US" dirty="0"/>
              <a:t> or </a:t>
            </a:r>
            <a:r>
              <a:rPr lang="en-US" dirty="0">
                <a:solidFill>
                  <a:schemeClr val="accent2"/>
                </a:solidFill>
              </a:rPr>
              <a:t>Application Programming Interface</a:t>
            </a:r>
          </a:p>
          <a:p>
            <a:pPr lvl="1"/>
            <a:r>
              <a:rPr lang="en-US" dirty="0"/>
              <a:t>Allows users to access data that’s “behind the scenes” of websites</a:t>
            </a:r>
          </a:p>
          <a:p>
            <a:pPr lvl="1"/>
            <a:r>
              <a:rPr lang="en-US" dirty="0"/>
              <a:t>Is allowed by website owner</a:t>
            </a:r>
          </a:p>
          <a:p>
            <a:endParaRPr lang="en-US" dirty="0"/>
          </a:p>
          <a:p>
            <a:r>
              <a:rPr lang="en-US" dirty="0"/>
              <a:t>For Twitter, there is a </a:t>
            </a:r>
            <a:r>
              <a:rPr lang="en-US" dirty="0" err="1">
                <a:solidFill>
                  <a:schemeClr val="accent6"/>
                </a:solidFill>
              </a:rPr>
              <a:t>twitteR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package</a:t>
            </a:r>
          </a:p>
          <a:p>
            <a:endParaRPr lang="en-US" dirty="0"/>
          </a:p>
          <a:p>
            <a:r>
              <a:rPr lang="en-US" dirty="0"/>
              <a:t>You need to set up your Twitter API.  </a:t>
            </a:r>
            <a:r>
              <a:rPr lang="en-US" dirty="0">
                <a:hlinkClick r:id="rId3"/>
              </a:rPr>
              <a:t>Here </a:t>
            </a:r>
            <a:r>
              <a:rPr lang="en-US" dirty="0"/>
              <a:t>is the URL with instructions (it’s on the website as well).</a:t>
            </a:r>
          </a:p>
          <a:p>
            <a:endParaRPr lang="en-US" dirty="0"/>
          </a:p>
          <a:p>
            <a:r>
              <a:rPr lang="en-US" dirty="0" err="1"/>
              <a:t>setup_twitter_oauth</a:t>
            </a:r>
            <a:r>
              <a:rPr lang="en-US" dirty="0"/>
              <a:t>(</a:t>
            </a:r>
            <a:r>
              <a:rPr lang="en-US" dirty="0" err="1"/>
              <a:t>consumer_key</a:t>
            </a:r>
            <a:r>
              <a:rPr lang="en-US" dirty="0"/>
              <a:t>="",</a:t>
            </a:r>
            <a:r>
              <a:rPr lang="en-US" dirty="0" err="1"/>
              <a:t>consumer_secret</a:t>
            </a:r>
            <a:r>
              <a:rPr lang="en-US" dirty="0"/>
              <a:t>="",</a:t>
            </a:r>
            <a:r>
              <a:rPr lang="en-US" dirty="0" err="1"/>
              <a:t>access_token</a:t>
            </a:r>
            <a:r>
              <a:rPr lang="en-US" dirty="0"/>
              <a:t>="",</a:t>
            </a:r>
            <a:r>
              <a:rPr lang="en-US" dirty="0" err="1"/>
              <a:t>access_secret</a:t>
            </a:r>
            <a:r>
              <a:rPr lang="en-US" dirty="0"/>
              <a:t> = "")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2740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Reading Tweets from Twitter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000" y="3651250"/>
            <a:ext cx="21767864" cy="9889652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VU_tweets</a:t>
            </a:r>
            <a:r>
              <a:rPr lang="en-US" dirty="0"/>
              <a:t> &lt;- </a:t>
            </a:r>
            <a:r>
              <a:rPr lang="en-US" dirty="0" err="1"/>
              <a:t>searchTwitter</a:t>
            </a:r>
            <a:r>
              <a:rPr lang="en-US" dirty="0"/>
              <a:t>("#Villanova",</a:t>
            </a:r>
            <a:r>
              <a:rPr lang="en-US" dirty="0" err="1"/>
              <a:t>lang</a:t>
            </a:r>
            <a:r>
              <a:rPr lang="en-US" dirty="0"/>
              <a:t>="</a:t>
            </a:r>
            <a:r>
              <a:rPr lang="en-US" dirty="0" err="1"/>
              <a:t>en</a:t>
            </a:r>
            <a:r>
              <a:rPr lang="en-US" dirty="0"/>
              <a:t>",n=1000,retryOnRateLimit=100)</a:t>
            </a:r>
          </a:p>
          <a:p>
            <a:pPr marL="0" indent="0">
              <a:buNone/>
            </a:pPr>
            <a:r>
              <a:rPr lang="en-US" dirty="0" err="1"/>
              <a:t>VUt</a:t>
            </a:r>
            <a:r>
              <a:rPr lang="en-US" dirty="0"/>
              <a:t> &lt;- </a:t>
            </a:r>
            <a:r>
              <a:rPr lang="en-US" dirty="0" err="1"/>
              <a:t>as.tbl</a:t>
            </a:r>
            <a:r>
              <a:rPr lang="en-US" dirty="0"/>
              <a:t>(</a:t>
            </a:r>
            <a:r>
              <a:rPr lang="en-US" dirty="0" err="1"/>
              <a:t>twListToDF</a:t>
            </a:r>
            <a:r>
              <a:rPr lang="en-US" dirty="0"/>
              <a:t>(</a:t>
            </a:r>
            <a:r>
              <a:rPr lang="en-US" dirty="0" err="1"/>
              <a:t>VU_tweets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 err="1"/>
              <a:t>str</a:t>
            </a:r>
            <a:r>
              <a:rPr lang="en-US" dirty="0"/>
              <a:t>(</a:t>
            </a:r>
            <a:r>
              <a:rPr lang="en-US" dirty="0" err="1"/>
              <a:t>VUt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501" y="6433021"/>
            <a:ext cx="19508080" cy="669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6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2624" y="37604"/>
            <a:ext cx="21031200" cy="2651126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Your 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384" y="2255590"/>
            <a:ext cx="23890224" cy="114228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Scrape the 100m </a:t>
            </a:r>
            <a:r>
              <a:rPr lang="en-US" dirty="0">
                <a:solidFill>
                  <a:schemeClr val="accent6"/>
                </a:solidFill>
              </a:rPr>
              <a:t>Olympic record progression</a:t>
            </a:r>
            <a:r>
              <a:rPr lang="en-US" dirty="0"/>
              <a:t> data to create the following graph: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hlinkClick r:id="rId3"/>
              </a:rPr>
              <a:t>https://en.wikipedia.org/wiki/100_metres_at_the_Olympics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2"/>
                </a:solidFill>
              </a:rPr>
              <a:t>Note: I used the following to parse out the times: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chemeClr val="accent6"/>
                </a:solidFill>
              </a:rPr>
              <a:t>separate(</a:t>
            </a:r>
            <a:r>
              <a:rPr lang="en-US" dirty="0" err="1">
                <a:solidFill>
                  <a:schemeClr val="accent6"/>
                </a:solidFill>
              </a:rPr>
              <a:t>Time,into</a:t>
            </a:r>
            <a:r>
              <a:rPr lang="en-US" dirty="0">
                <a:solidFill>
                  <a:schemeClr val="accent6"/>
                </a:solidFill>
              </a:rPr>
              <a:t>=c("time","</a:t>
            </a:r>
            <a:r>
              <a:rPr lang="en-US" dirty="0" err="1">
                <a:solidFill>
                  <a:schemeClr val="accent6"/>
                </a:solidFill>
              </a:rPr>
              <a:t>time_words</a:t>
            </a:r>
            <a:r>
              <a:rPr lang="en-US" dirty="0">
                <a:solidFill>
                  <a:schemeClr val="accent6"/>
                </a:solidFill>
              </a:rPr>
              <a:t>"), </a:t>
            </a:r>
            <a:r>
              <a:rPr lang="en-US" dirty="0" err="1">
                <a:solidFill>
                  <a:schemeClr val="accent6"/>
                </a:solidFill>
              </a:rPr>
              <a:t>sep</a:t>
            </a:r>
            <a:r>
              <a:rPr lang="en-US" dirty="0">
                <a:solidFill>
                  <a:schemeClr val="accent6"/>
                </a:solidFill>
              </a:rPr>
              <a:t>= " 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60AE81-431D-8F5F-B34B-154DEA939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336" y="6335649"/>
            <a:ext cx="11932202" cy="73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202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C2970-C132-43F6-B649-2109C2A3B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Your Turn – Solutions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99A44C-3EB7-78A1-8C71-6EC1CAD3A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46" y="4196862"/>
            <a:ext cx="24569574" cy="878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749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6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508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5447</TotalTime>
  <Words>3461</Words>
  <Application>Microsoft Office PowerPoint</Application>
  <PresentationFormat>Custom</PresentationFormat>
  <Paragraphs>329</Paragraphs>
  <Slides>45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Corbel</vt:lpstr>
      <vt:lpstr>Gill Sans</vt:lpstr>
      <vt:lpstr>Lucida Grande</vt:lpstr>
      <vt:lpstr>Depth</vt:lpstr>
      <vt:lpstr>Data Wrangling Data Scraping</vt:lpstr>
      <vt:lpstr>Overview of Data Wrangling</vt:lpstr>
      <vt:lpstr>Data Scraping (from the Internet)</vt:lpstr>
      <vt:lpstr>Fivethirtyeight.com</vt:lpstr>
      <vt:lpstr>Fivethirtyeight Data</vt:lpstr>
      <vt:lpstr>Reference a File on the Internet</vt:lpstr>
      <vt:lpstr>Explore the Data…Median Salary</vt:lpstr>
      <vt:lpstr>Explore the Data…Unemployment</vt:lpstr>
      <vt:lpstr>Explore the Data…Unemp vs. Median</vt:lpstr>
      <vt:lpstr>Explore the Data…Stat/CS-related</vt:lpstr>
      <vt:lpstr>Is this Good Coding?</vt:lpstr>
      <vt:lpstr>Download a File from the Internet</vt:lpstr>
      <vt:lpstr>SSA – Birth File https://www.ssa.gov/oact/babynames/numberUSbirths.html </vt:lpstr>
      <vt:lpstr>Scrape a table from an HTML file</vt:lpstr>
      <vt:lpstr>Scrape a table from an HTML file</vt:lpstr>
      <vt:lpstr>read_html() to read the file into R</vt:lpstr>
      <vt:lpstr>html_nodes() to identify objects</vt:lpstr>
      <vt:lpstr>html_table() to Convert to Data Frame</vt:lpstr>
      <vt:lpstr>Summary - Read in SSA Birth Table</vt:lpstr>
      <vt:lpstr>Another example: Mapping State Population</vt:lpstr>
      <vt:lpstr>Reading File into R</vt:lpstr>
      <vt:lpstr>Making the Population Map</vt:lpstr>
      <vt:lpstr>Announcements – 12/10</vt:lpstr>
      <vt:lpstr>Exercise - 2019 PSSA Data from PDE</vt:lpstr>
      <vt:lpstr>PowerPoint Presentation</vt:lpstr>
      <vt:lpstr>PSSA Exercise</vt:lpstr>
      <vt:lpstr>PSSA - ELA Scores</vt:lpstr>
      <vt:lpstr>PSSA - Correcting ELA</vt:lpstr>
      <vt:lpstr>PSSA - Combining All</vt:lpstr>
      <vt:lpstr>PSSA - Combining All</vt:lpstr>
      <vt:lpstr>PSSA - Combining All Scores 2</vt:lpstr>
      <vt:lpstr>PSSA - Combining Scores</vt:lpstr>
      <vt:lpstr>PSSA – Graph 1</vt:lpstr>
      <vt:lpstr>PSSA – Graph 2</vt:lpstr>
      <vt:lpstr>PowerPoint Presentation</vt:lpstr>
      <vt:lpstr>Data Scraping – Pitching Data</vt:lpstr>
      <vt:lpstr>Data Scraping – Pitching Data</vt:lpstr>
      <vt:lpstr>Data Scraping – Zip Codes (SAS MP)</vt:lpstr>
      <vt:lpstr>Selector Gadget</vt:lpstr>
      <vt:lpstr>PowerPoint Presentation</vt:lpstr>
      <vt:lpstr>xpath</vt:lpstr>
      <vt:lpstr>Reading Twitter Data Using TwitteR</vt:lpstr>
      <vt:lpstr>Reading Tweets from Twitter</vt:lpstr>
      <vt:lpstr>Your Turn</vt:lpstr>
      <vt:lpstr>Your Turn – Solutions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Posner</dc:creator>
  <cp:lastModifiedBy>Michael Posner</cp:lastModifiedBy>
  <cp:revision>286</cp:revision>
  <cp:lastPrinted>2019-11-12T23:53:26Z</cp:lastPrinted>
  <dcterms:modified xsi:type="dcterms:W3CDTF">2024-12-11T00:01:24Z</dcterms:modified>
</cp:coreProperties>
</file>